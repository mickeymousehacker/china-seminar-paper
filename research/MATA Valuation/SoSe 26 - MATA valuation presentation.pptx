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25" r:id="rId1"/>
    <p:sldMasterId id="2147483742" r:id="rId2"/>
    <p:sldMasterId id="2147483755" r:id="rId3"/>
  </p:sldMasterIdLst>
  <p:notesMasterIdLst>
    <p:notesMasterId r:id="rId12"/>
  </p:notesMasterIdLst>
  <p:handoutMasterIdLst>
    <p:handoutMasterId r:id="rId13"/>
  </p:handoutMasterIdLst>
  <p:sldIdLst>
    <p:sldId id="1300" r:id="rId4"/>
    <p:sldId id="1317" r:id="rId5"/>
    <p:sldId id="1325" r:id="rId6"/>
    <p:sldId id="1326" r:id="rId7"/>
    <p:sldId id="1323" r:id="rId8"/>
    <p:sldId id="1327" r:id="rId9"/>
    <p:sldId id="1324" r:id="rId10"/>
    <p:sldId id="1328" r:id="rId11"/>
  </p:sldIdLst>
  <p:sldSz cx="9144000" cy="6858000" type="screen4x3"/>
  <p:notesSz cx="6794500" cy="9918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64" userDrawn="1">
          <p15:clr>
            <a:srgbClr val="A4A3A4"/>
          </p15:clr>
        </p15:guide>
        <p15:guide id="2" pos="384" userDrawn="1">
          <p15:clr>
            <a:srgbClr val="A4A3A4"/>
          </p15:clr>
        </p15:guide>
        <p15:guide id="3" pos="5520" userDrawn="1">
          <p15:clr>
            <a:srgbClr val="A4A3A4"/>
          </p15:clr>
        </p15:guide>
        <p15:guide id="4" orient="horz" pos="3840" userDrawn="1">
          <p15:clr>
            <a:srgbClr val="A4A3A4"/>
          </p15:clr>
        </p15:guide>
        <p15:guide id="5" orient="horz" pos="576" userDrawn="1">
          <p15:clr>
            <a:srgbClr val="A4A3A4"/>
          </p15:clr>
        </p15:guide>
        <p15:guide id="6" pos="4560" userDrawn="1">
          <p15:clr>
            <a:srgbClr val="A4A3A4"/>
          </p15:clr>
        </p15:guide>
        <p15:guide id="7" pos="2976" userDrawn="1">
          <p15:clr>
            <a:srgbClr val="A4A3A4"/>
          </p15:clr>
        </p15:guide>
        <p15:guide id="8" pos="2928" userDrawn="1">
          <p15:clr>
            <a:srgbClr val="A4A3A4"/>
          </p15:clr>
        </p15:guide>
        <p15:guide id="9" pos="3024" userDrawn="1">
          <p15:clr>
            <a:srgbClr val="A4A3A4"/>
          </p15:clr>
        </p15:guide>
        <p15:guide id="10" orient="horz" pos="2400" userDrawn="1">
          <p15:clr>
            <a:srgbClr val="A4A3A4"/>
          </p15:clr>
        </p15:guide>
        <p15:guide id="11" orient="horz" pos="2352" userDrawn="1">
          <p15:clr>
            <a:srgbClr val="A4A3A4"/>
          </p15:clr>
        </p15:guide>
        <p15:guide id="12" orient="horz" pos="24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hrenburg Mark" initials="WM" lastIdx="1" clrIdx="0">
    <p:extLst>
      <p:ext uri="{19B8F6BF-5375-455C-9EA6-DF929625EA0E}">
        <p15:presenceInfo xmlns:p15="http://schemas.microsoft.com/office/powerpoint/2012/main" userId="Wahrenburg Mar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8A3C21-B5E7-4C61-B619-A96F38E9866B}" v="40" dt="2026-07-07T16:09:54.8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17" autoAdjust="0"/>
    <p:restoredTop sz="96378" autoAdjust="0"/>
  </p:normalViewPr>
  <p:slideViewPr>
    <p:cSldViewPr showGuides="1">
      <p:cViewPr>
        <p:scale>
          <a:sx n="70" d="100"/>
          <a:sy n="70" d="100"/>
        </p:scale>
        <p:origin x="1206" y="276"/>
      </p:cViewPr>
      <p:guideLst>
        <p:guide orient="horz" pos="864"/>
        <p:guide pos="384"/>
        <p:guide pos="5520"/>
        <p:guide orient="horz" pos="3840"/>
        <p:guide orient="horz" pos="576"/>
        <p:guide pos="4560"/>
        <p:guide pos="2976"/>
        <p:guide pos="2928"/>
        <p:guide pos="3024"/>
        <p:guide orient="horz" pos="2400"/>
        <p:guide orient="horz" pos="2352"/>
        <p:guide orient="horz" pos="2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1" d="100"/>
        <a:sy n="121" d="100"/>
      </p:scale>
      <p:origin x="0" y="-125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doardo Pilla" userId="8af74c8bac987fa1" providerId="LiveId" clId="{96228300-3C82-4B76-BE9B-D4DF17FD9AEF}"/>
    <pc:docChg chg="undo redo custSel addSld delSld modSld">
      <pc:chgData name="Edoardo Pilla" userId="8af74c8bac987fa1" providerId="LiveId" clId="{96228300-3C82-4B76-BE9B-D4DF17FD9AEF}" dt="2026-07-07T16:10:34.620" v="293" actId="20577"/>
      <pc:docMkLst>
        <pc:docMk/>
      </pc:docMkLst>
      <pc:sldChg chg="modSp mod">
        <pc:chgData name="Edoardo Pilla" userId="8af74c8bac987fa1" providerId="LiveId" clId="{96228300-3C82-4B76-BE9B-D4DF17FD9AEF}" dt="2026-07-05T10:53:04.920" v="33" actId="20577"/>
        <pc:sldMkLst>
          <pc:docMk/>
          <pc:sldMk cId="3563460338" sldId="1317"/>
        </pc:sldMkLst>
        <pc:spChg chg="mod">
          <ac:chgData name="Edoardo Pilla" userId="8af74c8bac987fa1" providerId="LiveId" clId="{96228300-3C82-4B76-BE9B-D4DF17FD9AEF}" dt="2026-07-05T10:53:04.920" v="33" actId="20577"/>
          <ac:spMkLst>
            <pc:docMk/>
            <pc:sldMk cId="3563460338" sldId="1317"/>
            <ac:spMk id="2" creationId="{B622C72B-A9C9-5956-E1F9-ED17EB5C59EA}"/>
          </ac:spMkLst>
        </pc:spChg>
      </pc:sldChg>
      <pc:sldChg chg="addSp delSp modSp del mod">
        <pc:chgData name="Edoardo Pilla" userId="8af74c8bac987fa1" providerId="LiveId" clId="{96228300-3C82-4B76-BE9B-D4DF17FD9AEF}" dt="2026-07-07T16:09:21.083" v="161" actId="47"/>
        <pc:sldMkLst>
          <pc:docMk/>
          <pc:sldMk cId="1504282194" sldId="1322"/>
        </pc:sldMkLst>
        <pc:spChg chg="add del">
          <ac:chgData name="Edoardo Pilla" userId="8af74c8bac987fa1" providerId="LiveId" clId="{96228300-3C82-4B76-BE9B-D4DF17FD9AEF}" dt="2026-07-07T16:07:11.036" v="98" actId="478"/>
          <ac:spMkLst>
            <pc:docMk/>
            <pc:sldMk cId="1504282194" sldId="1322"/>
            <ac:spMk id="2" creationId="{AE4F1429-93C0-839F-13FD-9137277E504E}"/>
          </ac:spMkLst>
        </pc:spChg>
        <pc:spChg chg="mod">
          <ac:chgData name="Edoardo Pilla" userId="8af74c8bac987fa1" providerId="LiveId" clId="{96228300-3C82-4B76-BE9B-D4DF17FD9AEF}" dt="2026-07-07T16:08:22.670" v="145" actId="21"/>
          <ac:spMkLst>
            <pc:docMk/>
            <pc:sldMk cId="1504282194" sldId="1322"/>
            <ac:spMk id="7" creationId="{DF528B98-91D8-1842-1231-8FE0B7D19E98}"/>
          </ac:spMkLst>
        </pc:spChg>
        <pc:picChg chg="add del">
          <ac:chgData name="Edoardo Pilla" userId="8af74c8bac987fa1" providerId="LiveId" clId="{96228300-3C82-4B76-BE9B-D4DF17FD9AEF}" dt="2026-07-07T16:09:13.286" v="159" actId="21"/>
          <ac:picMkLst>
            <pc:docMk/>
            <pc:sldMk cId="1504282194" sldId="1322"/>
            <ac:picMk id="3" creationId="{4EB883E1-79BF-10B3-3F94-C9AA283B63FD}"/>
          </ac:picMkLst>
        </pc:picChg>
      </pc:sldChg>
      <pc:sldChg chg="addSp delSp modSp">
        <pc:chgData name="Edoardo Pilla" userId="8af74c8bac987fa1" providerId="LiveId" clId="{96228300-3C82-4B76-BE9B-D4DF17FD9AEF}" dt="2026-07-07T16:06:59.920" v="94" actId="478"/>
        <pc:sldMkLst>
          <pc:docMk/>
          <pc:sldMk cId="2705580635" sldId="1323"/>
        </pc:sldMkLst>
        <pc:spChg chg="add del">
          <ac:chgData name="Edoardo Pilla" userId="8af74c8bac987fa1" providerId="LiveId" clId="{96228300-3C82-4B76-BE9B-D4DF17FD9AEF}" dt="2026-07-07T16:06:59.920" v="94" actId="478"/>
          <ac:spMkLst>
            <pc:docMk/>
            <pc:sldMk cId="2705580635" sldId="1323"/>
            <ac:spMk id="9" creationId="{6E5F8E61-9189-A9A9-BDE4-845501477835}"/>
          </ac:spMkLst>
        </pc:spChg>
        <pc:spChg chg="add del mod">
          <ac:chgData name="Edoardo Pilla" userId="8af74c8bac987fa1" providerId="LiveId" clId="{96228300-3C82-4B76-BE9B-D4DF17FD9AEF}" dt="2026-07-07T16:06:59.920" v="94" actId="478"/>
          <ac:spMkLst>
            <pc:docMk/>
            <pc:sldMk cId="2705580635" sldId="1323"/>
            <ac:spMk id="10" creationId="{D0399759-C6CC-BE52-6F4E-5DD846FB200B}"/>
          </ac:spMkLst>
        </pc:spChg>
        <pc:spChg chg="add del">
          <ac:chgData name="Edoardo Pilla" userId="8af74c8bac987fa1" providerId="LiveId" clId="{96228300-3C82-4B76-BE9B-D4DF17FD9AEF}" dt="2026-07-07T16:06:59.118" v="92" actId="478"/>
          <ac:spMkLst>
            <pc:docMk/>
            <pc:sldMk cId="2705580635" sldId="1323"/>
            <ac:spMk id="11" creationId="{7FA77C5E-6917-EFF1-3CB8-8F24B961302D}"/>
          </ac:spMkLst>
        </pc:spChg>
        <pc:spChg chg="add del">
          <ac:chgData name="Edoardo Pilla" userId="8af74c8bac987fa1" providerId="LiveId" clId="{96228300-3C82-4B76-BE9B-D4DF17FD9AEF}" dt="2026-07-07T16:06:55.110" v="78" actId="478"/>
          <ac:spMkLst>
            <pc:docMk/>
            <pc:sldMk cId="2705580635" sldId="1323"/>
            <ac:spMk id="12" creationId="{B470A621-12D2-969D-29F2-378B7F241E6A}"/>
          </ac:spMkLst>
        </pc:spChg>
        <pc:spChg chg="add del">
          <ac:chgData name="Edoardo Pilla" userId="8af74c8bac987fa1" providerId="LiveId" clId="{96228300-3C82-4B76-BE9B-D4DF17FD9AEF}" dt="2026-07-07T16:06:58.372" v="89" actId="478"/>
          <ac:spMkLst>
            <pc:docMk/>
            <pc:sldMk cId="2705580635" sldId="1323"/>
            <ac:spMk id="17" creationId="{537F0B3D-D0C4-7184-C2AC-64DED676C42B}"/>
          </ac:spMkLst>
        </pc:spChg>
        <pc:grpChg chg="add del mod">
          <ac:chgData name="Edoardo Pilla" userId="8af74c8bac987fa1" providerId="LiveId" clId="{96228300-3C82-4B76-BE9B-D4DF17FD9AEF}" dt="2026-07-07T16:06:59.920" v="94" actId="478"/>
          <ac:grpSpMkLst>
            <pc:docMk/>
            <pc:sldMk cId="2705580635" sldId="1323"/>
            <ac:grpSpMk id="8" creationId="{94FBA080-E5CE-4F35-C3B0-3F863B2465F1}"/>
          </ac:grpSpMkLst>
        </pc:grpChg>
        <pc:picChg chg="add del">
          <ac:chgData name="Edoardo Pilla" userId="8af74c8bac987fa1" providerId="LiveId" clId="{96228300-3C82-4B76-BE9B-D4DF17FD9AEF}" dt="2026-07-07T16:06:59.355" v="93" actId="478"/>
          <ac:picMkLst>
            <pc:docMk/>
            <pc:sldMk cId="2705580635" sldId="1323"/>
            <ac:picMk id="13" creationId="{D4D8BD65-D2C9-D236-D5A3-850EB548FA95}"/>
          </ac:picMkLst>
        </pc:picChg>
        <pc:picChg chg="add del">
          <ac:chgData name="Edoardo Pilla" userId="8af74c8bac987fa1" providerId="LiveId" clId="{96228300-3C82-4B76-BE9B-D4DF17FD9AEF}" dt="2026-07-07T16:06:58.760" v="91" actId="478"/>
          <ac:picMkLst>
            <pc:docMk/>
            <pc:sldMk cId="2705580635" sldId="1323"/>
            <ac:picMk id="14" creationId="{11E61493-9C20-E4E7-F79D-4944667EDCB7}"/>
          </ac:picMkLst>
        </pc:picChg>
      </pc:sldChg>
      <pc:sldChg chg="modSp mod">
        <pc:chgData name="Edoardo Pilla" userId="8af74c8bac987fa1" providerId="LiveId" clId="{96228300-3C82-4B76-BE9B-D4DF17FD9AEF}" dt="2026-07-07T16:07:01.831" v="97" actId="20577"/>
        <pc:sldMkLst>
          <pc:docMk/>
          <pc:sldMk cId="2478094131" sldId="1324"/>
        </pc:sldMkLst>
        <pc:spChg chg="mod">
          <ac:chgData name="Edoardo Pilla" userId="8af74c8bac987fa1" providerId="LiveId" clId="{96228300-3C82-4B76-BE9B-D4DF17FD9AEF}" dt="2026-07-07T16:07:01.831" v="97" actId="20577"/>
          <ac:spMkLst>
            <pc:docMk/>
            <pc:sldMk cId="2478094131" sldId="1324"/>
            <ac:spMk id="18" creationId="{3C7281B9-141C-5904-28DE-0135F33539B9}"/>
          </ac:spMkLst>
        </pc:spChg>
      </pc:sldChg>
      <pc:sldChg chg="modSp mod">
        <pc:chgData name="Edoardo Pilla" userId="8af74c8bac987fa1" providerId="LiveId" clId="{96228300-3C82-4B76-BE9B-D4DF17FD9AEF}" dt="2026-07-07T16:07:44.343" v="143" actId="20577"/>
        <pc:sldMkLst>
          <pc:docMk/>
          <pc:sldMk cId="1892340298" sldId="1325"/>
        </pc:sldMkLst>
        <pc:spChg chg="mod">
          <ac:chgData name="Edoardo Pilla" userId="8af74c8bac987fa1" providerId="LiveId" clId="{96228300-3C82-4B76-BE9B-D4DF17FD9AEF}" dt="2026-07-07T16:07:44.343" v="143" actId="20577"/>
          <ac:spMkLst>
            <pc:docMk/>
            <pc:sldMk cId="1892340298" sldId="1325"/>
            <ac:spMk id="3" creationId="{4A372077-C0D8-5702-1D3D-74CF4504523F}"/>
          </ac:spMkLst>
        </pc:spChg>
        <pc:spChg chg="mod">
          <ac:chgData name="Edoardo Pilla" userId="8af74c8bac987fa1" providerId="LiveId" clId="{96228300-3C82-4B76-BE9B-D4DF17FD9AEF}" dt="2026-07-05T10:52:50.835" v="13" actId="20577"/>
          <ac:spMkLst>
            <pc:docMk/>
            <pc:sldMk cId="1892340298" sldId="1325"/>
            <ac:spMk id="19" creationId="{A4C9A12D-F10E-5C1E-C472-8773846D8013}"/>
          </ac:spMkLst>
        </pc:spChg>
      </pc:sldChg>
      <pc:sldChg chg="addSp delSp modSp mod">
        <pc:chgData name="Edoardo Pilla" userId="8af74c8bac987fa1" providerId="LiveId" clId="{96228300-3C82-4B76-BE9B-D4DF17FD9AEF}" dt="2026-07-07T16:06:58.158" v="88" actId="478"/>
        <pc:sldMkLst>
          <pc:docMk/>
          <pc:sldMk cId="1942795071" sldId="1326"/>
        </pc:sldMkLst>
        <pc:spChg chg="add del">
          <ac:chgData name="Edoardo Pilla" userId="8af74c8bac987fa1" providerId="LiveId" clId="{96228300-3C82-4B76-BE9B-D4DF17FD9AEF}" dt="2026-07-07T16:06:58.158" v="88" actId="478"/>
          <ac:spMkLst>
            <pc:docMk/>
            <pc:sldMk cId="1942795071" sldId="1326"/>
            <ac:spMk id="8" creationId="{6CBC1462-32BE-4FA8-3B6C-85CC3E2C59C5}"/>
          </ac:spMkLst>
        </pc:spChg>
        <pc:spChg chg="mod">
          <ac:chgData name="Edoardo Pilla" userId="8af74c8bac987fa1" providerId="LiveId" clId="{96228300-3C82-4B76-BE9B-D4DF17FD9AEF}" dt="2026-07-07T16:06:58.158" v="88" actId="478"/>
          <ac:spMkLst>
            <pc:docMk/>
            <pc:sldMk cId="1942795071" sldId="1326"/>
            <ac:spMk id="9" creationId="{107F8925-C7FE-DCFF-D51A-C98FBB2A36E0}"/>
          </ac:spMkLst>
        </pc:spChg>
        <pc:spChg chg="add del mod">
          <ac:chgData name="Edoardo Pilla" userId="8af74c8bac987fa1" providerId="LiveId" clId="{96228300-3C82-4B76-BE9B-D4DF17FD9AEF}" dt="2026-07-07T16:06:57.781" v="86" actId="6549"/>
          <ac:spMkLst>
            <pc:docMk/>
            <pc:sldMk cId="1942795071" sldId="1326"/>
            <ac:spMk id="10" creationId="{47350284-363A-2BF8-014F-C6F84FF420C2}"/>
          </ac:spMkLst>
        </pc:spChg>
        <pc:spChg chg="add del">
          <ac:chgData name="Edoardo Pilla" userId="8af74c8bac987fa1" providerId="LiveId" clId="{96228300-3C82-4B76-BE9B-D4DF17FD9AEF}" dt="2026-07-07T16:06:56.433" v="81" actId="478"/>
          <ac:spMkLst>
            <pc:docMk/>
            <pc:sldMk cId="1942795071" sldId="1326"/>
            <ac:spMk id="12" creationId="{B35E0123-FEC5-9EEE-2E99-F44D5DC654DE}"/>
          </ac:spMkLst>
        </pc:spChg>
        <pc:spChg chg="add del">
          <ac:chgData name="Edoardo Pilla" userId="8af74c8bac987fa1" providerId="LiveId" clId="{96228300-3C82-4B76-BE9B-D4DF17FD9AEF}" dt="2026-07-07T16:06:57.090" v="83" actId="478"/>
          <ac:spMkLst>
            <pc:docMk/>
            <pc:sldMk cId="1942795071" sldId="1326"/>
            <ac:spMk id="13" creationId="{6AABBA49-6BF4-BBB2-3217-3F14F2D346FC}"/>
          </ac:spMkLst>
        </pc:spChg>
        <pc:spChg chg="add del">
          <ac:chgData name="Edoardo Pilla" userId="8af74c8bac987fa1" providerId="LiveId" clId="{96228300-3C82-4B76-BE9B-D4DF17FD9AEF}" dt="2026-07-07T16:06:56.608" v="82" actId="478"/>
          <ac:spMkLst>
            <pc:docMk/>
            <pc:sldMk cId="1942795071" sldId="1326"/>
            <ac:spMk id="14" creationId="{0BC25DFD-1A01-741D-010D-B52F194AD30B}"/>
          </ac:spMkLst>
        </pc:spChg>
        <pc:spChg chg="add del">
          <ac:chgData name="Edoardo Pilla" userId="8af74c8bac987fa1" providerId="LiveId" clId="{96228300-3C82-4B76-BE9B-D4DF17FD9AEF}" dt="2026-07-07T16:06:56.211" v="80" actId="478"/>
          <ac:spMkLst>
            <pc:docMk/>
            <pc:sldMk cId="1942795071" sldId="1326"/>
            <ac:spMk id="15" creationId="{6D282AC3-1B2D-FF9A-06FC-8431FD9D038B}"/>
          </ac:spMkLst>
        </pc:spChg>
        <pc:spChg chg="add del">
          <ac:chgData name="Edoardo Pilla" userId="8af74c8bac987fa1" providerId="LiveId" clId="{96228300-3C82-4B76-BE9B-D4DF17FD9AEF}" dt="2026-07-07T16:06:56.005" v="79" actId="478"/>
          <ac:spMkLst>
            <pc:docMk/>
            <pc:sldMk cId="1942795071" sldId="1326"/>
            <ac:spMk id="16" creationId="{084746F1-E04A-1841-9693-776334D3D6FE}"/>
          </ac:spMkLst>
        </pc:spChg>
        <pc:spChg chg="add del">
          <ac:chgData name="Edoardo Pilla" userId="8af74c8bac987fa1" providerId="LiveId" clId="{96228300-3C82-4B76-BE9B-D4DF17FD9AEF}" dt="2026-07-07T16:06:57.948" v="87" actId="478"/>
          <ac:spMkLst>
            <pc:docMk/>
            <pc:sldMk cId="1942795071" sldId="1326"/>
            <ac:spMk id="17" creationId="{6546F271-275E-E8C3-C2AA-F4E567A3D97C}"/>
          </ac:spMkLst>
        </pc:spChg>
        <pc:grpChg chg="add del mod">
          <ac:chgData name="Edoardo Pilla" userId="8af74c8bac987fa1" providerId="LiveId" clId="{96228300-3C82-4B76-BE9B-D4DF17FD9AEF}" dt="2026-07-07T16:06:58.158" v="88" actId="478"/>
          <ac:grpSpMkLst>
            <pc:docMk/>
            <pc:sldMk cId="1942795071" sldId="1326"/>
            <ac:grpSpMk id="7" creationId="{5D891E96-F67B-2A7E-7E67-BFBE83F4D5AE}"/>
          </ac:grpSpMkLst>
        </pc:grpChg>
        <pc:picChg chg="add del">
          <ac:chgData name="Edoardo Pilla" userId="8af74c8bac987fa1" providerId="LiveId" clId="{96228300-3C82-4B76-BE9B-D4DF17FD9AEF}" dt="2026-07-07T16:06:57.334" v="84" actId="478"/>
          <ac:picMkLst>
            <pc:docMk/>
            <pc:sldMk cId="1942795071" sldId="1326"/>
            <ac:picMk id="11" creationId="{9D9E9339-BE90-2519-3FDA-0DE34E0CCBB7}"/>
          </ac:picMkLst>
        </pc:picChg>
      </pc:sldChg>
      <pc:sldChg chg="addSp delSp modSp add mod">
        <pc:chgData name="Edoardo Pilla" userId="8af74c8bac987fa1" providerId="LiveId" clId="{96228300-3C82-4B76-BE9B-D4DF17FD9AEF}" dt="2026-07-07T16:09:15.112" v="160" actId="22"/>
        <pc:sldMkLst>
          <pc:docMk/>
          <pc:sldMk cId="671558031" sldId="1327"/>
        </pc:sldMkLst>
        <pc:spChg chg="del">
          <ac:chgData name="Edoardo Pilla" userId="8af74c8bac987fa1" providerId="LiveId" clId="{96228300-3C82-4B76-BE9B-D4DF17FD9AEF}" dt="2026-07-07T16:08:45.996" v="153" actId="478"/>
          <ac:spMkLst>
            <pc:docMk/>
            <pc:sldMk cId="671558031" sldId="1327"/>
            <ac:spMk id="3" creationId="{239592BD-A64D-1559-1848-CE354159E5DD}"/>
          </ac:spMkLst>
        </pc:spChg>
        <pc:spChg chg="add del mod">
          <ac:chgData name="Edoardo Pilla" userId="8af74c8bac987fa1" providerId="LiveId" clId="{96228300-3C82-4B76-BE9B-D4DF17FD9AEF}" dt="2026-07-07T16:08:48.527" v="154"/>
          <ac:spMkLst>
            <pc:docMk/>
            <pc:sldMk cId="671558031" sldId="1327"/>
            <ac:spMk id="6" creationId="{03CA053C-9D27-2A20-A98F-4A95DC90E5EA}"/>
          </ac:spMkLst>
        </pc:spChg>
        <pc:spChg chg="del mod">
          <ac:chgData name="Edoardo Pilla" userId="8af74c8bac987fa1" providerId="LiveId" clId="{96228300-3C82-4B76-BE9B-D4DF17FD9AEF}" dt="2026-07-07T16:08:41.380" v="151" actId="478"/>
          <ac:spMkLst>
            <pc:docMk/>
            <pc:sldMk cId="671558031" sldId="1327"/>
            <ac:spMk id="9" creationId="{07E33CFE-714D-6409-C9B6-5E5E1CC6EAB4}"/>
          </ac:spMkLst>
        </pc:spChg>
        <pc:spChg chg="del mod">
          <ac:chgData name="Edoardo Pilla" userId="8af74c8bac987fa1" providerId="LiveId" clId="{96228300-3C82-4B76-BE9B-D4DF17FD9AEF}" dt="2026-07-07T16:08:43.853" v="152" actId="478"/>
          <ac:spMkLst>
            <pc:docMk/>
            <pc:sldMk cId="671558031" sldId="1327"/>
            <ac:spMk id="10" creationId="{61C51F97-2552-C50C-8488-BCAC454CEBE4}"/>
          </ac:spMkLst>
        </pc:spChg>
        <pc:spChg chg="del">
          <ac:chgData name="Edoardo Pilla" userId="8af74c8bac987fa1" providerId="LiveId" clId="{96228300-3C82-4B76-BE9B-D4DF17FD9AEF}" dt="2026-07-07T16:08:54.927" v="156" actId="478"/>
          <ac:spMkLst>
            <pc:docMk/>
            <pc:sldMk cId="671558031" sldId="1327"/>
            <ac:spMk id="11" creationId="{6017EAFC-C6CF-7D93-87AC-C2B4A887F1C1}"/>
          </ac:spMkLst>
        </pc:spChg>
        <pc:spChg chg="del">
          <ac:chgData name="Edoardo Pilla" userId="8af74c8bac987fa1" providerId="LiveId" clId="{96228300-3C82-4B76-BE9B-D4DF17FD9AEF}" dt="2026-07-07T16:09:09.054" v="158" actId="478"/>
          <ac:spMkLst>
            <pc:docMk/>
            <pc:sldMk cId="671558031" sldId="1327"/>
            <ac:spMk id="12" creationId="{E9810B81-1F6C-4466-BA5C-0D8956880876}"/>
          </ac:spMkLst>
        </pc:spChg>
        <pc:spChg chg="del">
          <ac:chgData name="Edoardo Pilla" userId="8af74c8bac987fa1" providerId="LiveId" clId="{96228300-3C82-4B76-BE9B-D4DF17FD9AEF}" dt="2026-07-07T16:08:34.540" v="148" actId="478"/>
          <ac:spMkLst>
            <pc:docMk/>
            <pc:sldMk cId="671558031" sldId="1327"/>
            <ac:spMk id="17" creationId="{B2F1B741-BA48-3850-CCA1-C32C5A78E6DE}"/>
          </ac:spMkLst>
        </pc:spChg>
        <pc:grpChg chg="del mod">
          <ac:chgData name="Edoardo Pilla" userId="8af74c8bac987fa1" providerId="LiveId" clId="{96228300-3C82-4B76-BE9B-D4DF17FD9AEF}" dt="2026-07-07T16:08:41.380" v="151" actId="478"/>
          <ac:grpSpMkLst>
            <pc:docMk/>
            <pc:sldMk cId="671558031" sldId="1327"/>
            <ac:grpSpMk id="8" creationId="{E6E0B9A8-DAB4-E44C-C0B7-28331C94207B}"/>
          </ac:grpSpMkLst>
        </pc:grpChg>
        <pc:picChg chg="add">
          <ac:chgData name="Edoardo Pilla" userId="8af74c8bac987fa1" providerId="LiveId" clId="{96228300-3C82-4B76-BE9B-D4DF17FD9AEF}" dt="2026-07-07T16:09:15.112" v="160" actId="22"/>
          <ac:picMkLst>
            <pc:docMk/>
            <pc:sldMk cId="671558031" sldId="1327"/>
            <ac:picMk id="4" creationId="{28FE05D4-28E2-92B6-59A9-E58D1DC268DA}"/>
          </ac:picMkLst>
        </pc:picChg>
        <pc:picChg chg="del">
          <ac:chgData name="Edoardo Pilla" userId="8af74c8bac987fa1" providerId="LiveId" clId="{96228300-3C82-4B76-BE9B-D4DF17FD9AEF}" dt="2026-07-07T16:08:51.064" v="155" actId="478"/>
          <ac:picMkLst>
            <pc:docMk/>
            <pc:sldMk cId="671558031" sldId="1327"/>
            <ac:picMk id="13" creationId="{D0BAA34C-DEE7-6E70-1673-3FF9DF217E45}"/>
          </ac:picMkLst>
        </pc:picChg>
        <pc:picChg chg="del">
          <ac:chgData name="Edoardo Pilla" userId="8af74c8bac987fa1" providerId="LiveId" clId="{96228300-3C82-4B76-BE9B-D4DF17FD9AEF}" dt="2026-07-07T16:08:58.457" v="157" actId="478"/>
          <ac:picMkLst>
            <pc:docMk/>
            <pc:sldMk cId="671558031" sldId="1327"/>
            <ac:picMk id="14" creationId="{D43430A1-6CB2-C633-3C86-F9311B4DBA2A}"/>
          </ac:picMkLst>
        </pc:picChg>
      </pc:sldChg>
      <pc:sldChg chg="modSp add mod">
        <pc:chgData name="Edoardo Pilla" userId="8af74c8bac987fa1" providerId="LiveId" clId="{96228300-3C82-4B76-BE9B-D4DF17FD9AEF}" dt="2026-07-07T16:10:34.620" v="293" actId="20577"/>
        <pc:sldMkLst>
          <pc:docMk/>
          <pc:sldMk cId="1211060506" sldId="1328"/>
        </pc:sldMkLst>
        <pc:spChg chg="mod">
          <ac:chgData name="Edoardo Pilla" userId="8af74c8bac987fa1" providerId="LiveId" clId="{96228300-3C82-4B76-BE9B-D4DF17FD9AEF}" dt="2026-07-07T16:10:26.892" v="278" actId="20577"/>
          <ac:spMkLst>
            <pc:docMk/>
            <pc:sldMk cId="1211060506" sldId="1328"/>
            <ac:spMk id="6" creationId="{90AE7DDF-74F3-02F5-CB44-7F9A7FF29736}"/>
          </ac:spMkLst>
        </pc:spChg>
        <pc:spChg chg="mod">
          <ac:chgData name="Edoardo Pilla" userId="8af74c8bac987fa1" providerId="LiveId" clId="{96228300-3C82-4B76-BE9B-D4DF17FD9AEF}" dt="2026-07-07T16:10:34.620" v="293" actId="20577"/>
          <ac:spMkLst>
            <pc:docMk/>
            <pc:sldMk cId="1211060506" sldId="1328"/>
            <ac:spMk id="18" creationId="{09899849-3136-17BC-F80C-4E9127F25309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3776" cy="498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8550" y="1"/>
            <a:ext cx="2944863" cy="498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4502E04A-DCB6-4D54-86CB-06B03D03AC97}" type="datetimeFigureOut">
              <a:rPr lang="en-US"/>
              <a:pPr>
                <a:defRPr/>
              </a:pPr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0448"/>
            <a:ext cx="2943776" cy="4982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8550" y="9420448"/>
            <a:ext cx="2944863" cy="49825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30BD0B99-473D-486D-B5DE-1C0E5C5D03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491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1"/>
            <a:ext cx="2943776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48550" y="1"/>
            <a:ext cx="2944863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4538"/>
            <a:ext cx="4957762" cy="37195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98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668" y="4711384"/>
            <a:ext cx="5435165" cy="44634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98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0449"/>
            <a:ext cx="2943776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98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48550" y="9420449"/>
            <a:ext cx="2944863" cy="495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371898B6-A368-415F-8AED-56C1D771F4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996641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CustomShape 1"/>
          <p:cNvSpPr/>
          <p:nvPr/>
        </p:nvSpPr>
        <p:spPr>
          <a:xfrm>
            <a:off x="5618160" y="6453360"/>
            <a:ext cx="42973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b">
            <a:noAutofit/>
          </a:bodyPr>
          <a:lstStyle/>
          <a:p>
            <a:pPr algn="r">
              <a:lnSpc>
                <a:spcPct val="100000"/>
              </a:lnSpc>
            </a:pPr>
            <a:fld id="{0A56D6D8-26A8-42B0-963D-B3C3592C5CB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Times New Roman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263" name="PlaceHolder 1"/>
          <p:cNvSpPr>
            <a:spLocks noGrp="1"/>
          </p:cNvSpPr>
          <p:nvPr>
            <p:ph type="body"/>
          </p:nvPr>
        </p:nvSpPr>
        <p:spPr>
          <a:xfrm>
            <a:off x="992160" y="3227400"/>
            <a:ext cx="7932600" cy="30556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2015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1237040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64166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71243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771519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608645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152400" y="116632"/>
            <a:ext cx="7239000" cy="492968"/>
          </a:xfrm>
          <a:prstGeom prst="rect">
            <a:avLst/>
          </a:prstGeom>
        </p:spPr>
        <p:txBody>
          <a:bodyPr anchor="b"/>
          <a:lstStyle>
            <a:lvl1pPr>
              <a:defRPr sz="2400" b="1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4088064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304413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272591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216973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206344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14917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8191339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32659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807226CC-4476-41AD-9A1D-6C77F6E9F681}" type="slidenum">
              <a:rPr lang="de-DE" altLang="de-DE" smtClean="0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75217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02503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29118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2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86364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11960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12459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84618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6421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7737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371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4028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>
                <a:solidFill>
                  <a:srgbClr val="004F8F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8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9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16021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8119814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39123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52327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3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01057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4716016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9" name="Inhaltsplatzhalter 2"/>
          <p:cNvSpPr>
            <a:spLocks noGrp="1"/>
          </p:cNvSpPr>
          <p:nvPr>
            <p:ph idx="1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lang="de-DE" sz="1800" kern="1200" dirty="0" smtClean="0">
                <a:solidFill>
                  <a:srgbClr val="000000"/>
                </a:solidFill>
                <a:latin typeface="Arial Narrow" panose="020B0606020202030204" pitchFamily="34" charset="0"/>
                <a:ea typeface="+mn-ea"/>
                <a:cs typeface="+mn-cs"/>
                <a:sym typeface="Arial" panose="020B060402020202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2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060173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37442" y="116632"/>
            <a:ext cx="6598854" cy="792088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92604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1116013" y="6615113"/>
            <a:ext cx="7056437" cy="198437"/>
          </a:xfr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0180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28650" y="1268760"/>
            <a:ext cx="7886700" cy="4908203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E18C97-944F-4C24-BAA4-1BCF01C8168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0940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ctrTitle"/>
          </p:nvPr>
        </p:nvSpPr>
        <p:spPr>
          <a:xfrm>
            <a:off x="467544" y="1611432"/>
            <a:ext cx="8280920" cy="2897687"/>
          </a:xfrm>
          <a:prstGeom prst="rect">
            <a:avLst/>
          </a:prstGeom>
        </p:spPr>
        <p:txBody>
          <a:bodyPr anchor="t" anchorCtr="0"/>
          <a:lstStyle>
            <a:lvl1pPr algn="l">
              <a:defRPr sz="44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Untertitel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8280920" cy="172819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Formatvorlage des Untertitelmasters durch Klicken bearbeiten</a:t>
            </a:r>
          </a:p>
          <a:p>
            <a:r>
              <a:rPr lang="de-DE" dirty="0"/>
              <a:t>Kurs</a:t>
            </a:r>
          </a:p>
          <a:p>
            <a:r>
              <a:rPr lang="de-DE" dirty="0"/>
              <a:t>Semester</a:t>
            </a:r>
          </a:p>
        </p:txBody>
      </p:sp>
      <p:sp>
        <p:nvSpPr>
          <p:cNvPr id="11" name="Textplatzhalter 5"/>
          <p:cNvSpPr>
            <a:spLocks noGrp="1"/>
          </p:cNvSpPr>
          <p:nvPr>
            <p:ph type="body" sz="quarter" idx="12"/>
          </p:nvPr>
        </p:nvSpPr>
        <p:spPr>
          <a:xfrm>
            <a:off x="467544" y="404665"/>
            <a:ext cx="8280920" cy="1206768"/>
          </a:xfrm>
          <a:prstGeom prst="rect">
            <a:avLst/>
          </a:prstGeom>
        </p:spPr>
        <p:txBody>
          <a:bodyPr anchor="b" anchorCtr="0"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61E3C-7F36-4155-AC87-E69F7B996E60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3029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 und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484784"/>
            <a:ext cx="3727326" cy="4692179"/>
          </a:xfrm>
          <a:prstGeom prst="rect">
            <a:avLst/>
          </a:prstGeom>
        </p:spPr>
        <p:txBody>
          <a:bodyPr/>
          <a:lstStyle>
            <a:lvl1pPr>
              <a:defRPr sz="1800">
                <a:latin typeface="Arial Narrow" panose="020B0606020202030204" pitchFamily="34" charset="0"/>
              </a:defRPr>
            </a:lvl1pPr>
            <a:lvl2pPr marL="417513" indent="-236538">
              <a:buClrTx/>
              <a:buSzPct val="100000"/>
              <a:buFont typeface="Arial" panose="020B0604020202020204" pitchFamily="34" charset="0"/>
              <a:buChar char="•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7" name="Bildplatzhalter 4"/>
          <p:cNvSpPr>
            <a:spLocks noGrp="1"/>
          </p:cNvSpPr>
          <p:nvPr>
            <p:ph type="pic" sz="quarter" idx="12"/>
          </p:nvPr>
        </p:nvSpPr>
        <p:spPr>
          <a:xfrm>
            <a:off x="4716463" y="1484313"/>
            <a:ext cx="4032250" cy="4681537"/>
          </a:xfrm>
          <a:prstGeom prst="rect">
            <a:avLst/>
          </a:prstGeom>
        </p:spPr>
        <p:txBody>
          <a:bodyPr/>
          <a:lstStyle/>
          <a:p>
            <a:pPr lvl="0"/>
            <a:endParaRPr lang="de-DE" noProof="0">
              <a:sym typeface="Arial" panose="020B0604020202020204" pitchFamily="34" charset="0"/>
            </a:endParaRP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45923-5FA1-42FE-B522-EC6666615E84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43085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6" name="Inhaltsplatzhalter 2"/>
          <p:cNvSpPr>
            <a:spLocks noGrp="1"/>
          </p:cNvSpPr>
          <p:nvPr>
            <p:ph idx="1"/>
          </p:nvPr>
        </p:nvSpPr>
        <p:spPr>
          <a:xfrm>
            <a:off x="628650" y="1628799"/>
            <a:ext cx="7886700" cy="3168353"/>
          </a:xfrm>
          <a:prstGeom prst="rect">
            <a:avLst/>
          </a:prstGeom>
        </p:spPr>
        <p:txBody>
          <a:bodyPr anchor="ctr" anchorCtr="0"/>
          <a:lstStyle>
            <a:lvl1pPr algn="ctr">
              <a:defRPr sz="2400" i="1">
                <a:solidFill>
                  <a:schemeClr val="tx1"/>
                </a:solidFill>
                <a:latin typeface="Georgia" panose="02040502050405020303" pitchFamily="18" charset="0"/>
              </a:defRPr>
            </a:lvl1pPr>
            <a:lvl2pPr marL="417513" indent="-236538">
              <a:buClr>
                <a:schemeClr val="accent1"/>
              </a:buClr>
              <a:buSzPct val="70000"/>
              <a:buFont typeface="Arial Narrow" panose="020B0606020202030204" pitchFamily="34" charset="0"/>
              <a:buChar char="►"/>
              <a:defRPr sz="1800">
                <a:latin typeface="Arial Narrow" panose="020B0606020202030204" pitchFamily="34" charset="0"/>
              </a:defRPr>
            </a:lvl2pPr>
            <a:lvl3pPr>
              <a:defRPr sz="1800">
                <a:latin typeface="Arial Narrow" panose="020B0606020202030204" pitchFamily="34" charset="0"/>
              </a:defRPr>
            </a:lvl3pPr>
            <a:lvl4pPr>
              <a:defRPr sz="1800">
                <a:latin typeface="Arial Narrow" panose="020B0606020202030204" pitchFamily="34" charset="0"/>
              </a:defRPr>
            </a:lvl4pPr>
            <a:lvl5pPr>
              <a:defRPr sz="1800">
                <a:latin typeface="Arial Narrow" panose="020B0606020202030204" pitchFamily="34" charset="0"/>
              </a:defRPr>
            </a:lvl5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extplatzhalter 4"/>
          <p:cNvSpPr>
            <a:spLocks noGrp="1"/>
          </p:cNvSpPr>
          <p:nvPr>
            <p:ph type="body" sz="quarter" idx="12"/>
          </p:nvPr>
        </p:nvSpPr>
        <p:spPr>
          <a:xfrm>
            <a:off x="4411662" y="4868863"/>
            <a:ext cx="4103688" cy="576262"/>
          </a:xfrm>
          <a:prstGeom prst="rect">
            <a:avLst/>
          </a:prstGeom>
        </p:spPr>
        <p:txBody>
          <a:bodyPr/>
          <a:lstStyle>
            <a:lvl1pPr algn="r">
              <a:defRPr b="1" i="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5" name="Rectangle 1"/>
          <p:cNvSpPr>
            <a:spLocks noGrp="1"/>
          </p:cNvSpPr>
          <p:nvPr>
            <p:ph type="sldNum" sz="quarter" idx="13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14CB9A-82B0-4D98-A3E6-B473DF49A97C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8" name="Fußzeilenplatzhalter 2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3870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"/>
          <p:cNvSpPr>
            <a:spLocks noGrp="1"/>
          </p:cNvSpPr>
          <p:nvPr>
            <p:ph type="title"/>
          </p:nvPr>
        </p:nvSpPr>
        <p:spPr>
          <a:xfrm>
            <a:off x="628650" y="44625"/>
            <a:ext cx="6607646" cy="864096"/>
          </a:xfrm>
          <a:prstGeom prst="rect">
            <a:avLst/>
          </a:prstGeom>
        </p:spPr>
        <p:txBody>
          <a:bodyPr anchor="b"/>
          <a:lstStyle>
            <a:lvl1pPr>
              <a:defRPr sz="2800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Rectangle 1"/>
          <p:cNvSpPr>
            <a:spLocks noGrp="1"/>
          </p:cNvSpPr>
          <p:nvPr>
            <p:ph type="sldNum" sz="quarter" idx="10"/>
          </p:nvPr>
        </p:nvSpPr>
        <p:spPr>
          <a:xfrm>
            <a:off x="8821738" y="6669088"/>
            <a:ext cx="127000" cy="1270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973274-615D-4F35-A7E8-D58CF58833A3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>
              <a:solidFill>
                <a:srgbClr val="004F8F"/>
              </a:solidFill>
            </a:endParaRPr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97154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7E3DC75-FDC0-45AC-BE6D-11BCFBB30138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65072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912CF6-6F5D-46CA-B926-41EEB42AE8D0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761080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DD0F64-2753-4F11-84BE-F30A78BA2B86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965173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2DCB16-F2CE-44E7-A880-890E22F743FC}" type="slidenum">
              <a:rPr lang="en-US" altLang="en-US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4F8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2141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7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17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40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/>
              <a:pPr>
                <a:defRPr/>
              </a:pPr>
              <a:t>‹#›</a:t>
            </a:fld>
            <a:endParaRPr lang="de-DE" altLang="de-DE" dirty="0"/>
          </a:p>
        </p:txBody>
      </p:sp>
    </p:spTree>
    <p:extLst>
      <p:ext uri="{BB962C8B-B14F-4D97-AF65-F5344CB8AC3E}">
        <p14:creationId xmlns:p14="http://schemas.microsoft.com/office/powerpoint/2010/main" val="289643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10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Grp="1"/>
          </p:cNvSpPr>
          <p:nvPr>
            <p:ph type="sldNum" sz="quarter" idx="4"/>
          </p:nvPr>
        </p:nvSpPr>
        <p:spPr bwMode="auto">
          <a:xfrm>
            <a:off x="8767763" y="6669088"/>
            <a:ext cx="182562" cy="17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defRPr sz="1000">
                <a:latin typeface="+mj-lt"/>
                <a:cs typeface="+mn-cs"/>
                <a:sym typeface="Arial" panose="020B0604020202020204" pitchFamily="34" charset="0"/>
              </a:defRPr>
            </a:lvl1pPr>
          </a:lstStyle>
          <a:p>
            <a:pPr>
              <a:defRPr/>
            </a:pPr>
            <a:fld id="{E42BEB3F-08D9-49EF-B61F-64B0AC4A9AB9}" type="slidenum">
              <a:rPr lang="de-DE" altLang="de-DE">
                <a:solidFill>
                  <a:srgbClr val="004F8F"/>
                </a:solidFill>
              </a:rPr>
              <a:pPr>
                <a:defRPr/>
              </a:pPr>
              <a:t>‹#›</a:t>
            </a:fld>
            <a:endParaRPr lang="de-DE" altLang="de-DE" dirty="0">
              <a:solidFill>
                <a:srgbClr val="004F8F"/>
              </a:solidFill>
            </a:endParaRPr>
          </a:p>
        </p:txBody>
      </p:sp>
      <p:sp>
        <p:nvSpPr>
          <p:cNvPr id="6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116013" y="6615113"/>
            <a:ext cx="7056437" cy="207962"/>
          </a:xfrm>
          <a:prstGeom prst="rect">
            <a:avLst/>
          </a:prstGeom>
        </p:spPr>
        <p:txBody>
          <a:bodyPr/>
          <a:lstStyle>
            <a:lvl1pPr algn="l">
              <a:defRPr sz="1000">
                <a:solidFill>
                  <a:schemeClr val="tx2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endParaRPr lang="de-DE" dirty="0">
              <a:solidFill>
                <a:srgbClr val="4D4B4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71148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60" r:id="rId5"/>
    <p:sldLayoutId id="2147483761" r:id="rId6"/>
    <p:sldLayoutId id="2147483762" r:id="rId7"/>
    <p:sldLayoutId id="2147483763" r:id="rId8"/>
    <p:sldLayoutId id="2147483764" r:id="rId9"/>
    <p:sldLayoutId id="2147483765" r:id="rId10"/>
    <p:sldLayoutId id="2147483766" r:id="rId11"/>
    <p:sldLayoutId id="2147483767" r:id="rId12"/>
    <p:sldLayoutId id="2147483768" r:id="rId13"/>
    <p:sldLayoutId id="2147483769" r:id="rId14"/>
    <p:sldLayoutId id="2147483770" r:id="rId15"/>
    <p:sldLayoutId id="2147483771" r:id="rId16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ern="1200">
          <a:solidFill>
            <a:srgbClr val="004F8F"/>
          </a:solidFill>
          <a:latin typeface="+mj-lt"/>
          <a:ea typeface="+mj-ea"/>
          <a:cs typeface="+mj-cs"/>
          <a:sym typeface="Arial Narrow" panose="020B0606020202030204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5pPr>
      <a:lvl6pPr marL="4572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6pPr>
      <a:lvl7pPr marL="9144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7pPr>
      <a:lvl8pPr marL="13716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8pPr>
      <a:lvl9pPr marL="1828800" algn="l" rtl="0" fontAlgn="base" hangingPunct="0">
        <a:spcBef>
          <a:spcPct val="0"/>
        </a:spcBef>
        <a:spcAft>
          <a:spcPct val="0"/>
        </a:spcAft>
        <a:defRPr>
          <a:solidFill>
            <a:srgbClr val="004F8F"/>
          </a:solidFill>
          <a:latin typeface="Arial Narrow" panose="020B0606020202030204" pitchFamily="34" charset="0"/>
          <a:ea typeface="Arial Narrow" panose="020B0606020202030204" pitchFamily="34" charset="0"/>
          <a:cs typeface="Arial Narrow" panose="020B0606020202030204" pitchFamily="34" charset="0"/>
          <a:sym typeface="Arial Narrow" panose="020B0606020202030204" pitchFamily="34" charset="0"/>
        </a:defRPr>
      </a:lvl9pPr>
    </p:titleStyle>
    <p:bodyStyle>
      <a:lvl1pPr marL="342900" indent="-342900" algn="l" rtl="0" eaLnBrk="0" fontAlgn="base" hangingPunct="0">
        <a:spcBef>
          <a:spcPts val="300"/>
        </a:spcBef>
        <a:spcAft>
          <a:spcPct val="0"/>
        </a:spcAft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1pPr>
      <a:lvl2pPr marL="417513" indent="-236538" algn="l" rtl="0" eaLnBrk="0" fontAlgn="base" hangingPunct="0">
        <a:spcBef>
          <a:spcPts val="300"/>
        </a:spcBef>
        <a:spcAft>
          <a:spcPct val="0"/>
        </a:spcAft>
        <a:buSzPct val="100000"/>
        <a:buChar char="•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2pPr>
      <a:lvl3pPr marL="687388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3pPr>
      <a:lvl4pPr marL="955675" indent="-241300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4pPr>
      <a:lvl5pPr marL="1227138" indent="-238125" algn="l" rtl="0" eaLnBrk="0" fontAlgn="base" hangingPunct="0">
        <a:spcBef>
          <a:spcPts val="300"/>
        </a:spcBef>
        <a:spcAft>
          <a:spcPct val="0"/>
        </a:spcAft>
        <a:buSzPct val="100000"/>
        <a:buChar char="–"/>
        <a:defRPr sz="1600" kern="1200">
          <a:solidFill>
            <a:srgbClr val="000000"/>
          </a:solidFill>
          <a:latin typeface="+mn-lt"/>
          <a:ea typeface="+mn-ea"/>
          <a:cs typeface="+mn-cs"/>
          <a:sym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image" Target="../media/image3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CustomShape 1"/>
          <p:cNvSpPr/>
          <p:nvPr/>
        </p:nvSpPr>
        <p:spPr>
          <a:xfrm>
            <a:off x="415800" y="1097160"/>
            <a:ext cx="8532720" cy="278904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800" spc="-1" dirty="0">
                <a:latin typeface="Arial"/>
              </a:rPr>
              <a:t>This is an example of how valuation results are presented </a:t>
            </a:r>
          </a:p>
          <a:p>
            <a:pPr>
              <a:lnSpc>
                <a:spcPct val="100000"/>
              </a:lnSpc>
            </a:pPr>
            <a:endParaRPr lang="en-US" sz="48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2500" spc="-1" dirty="0">
                <a:latin typeface="Arial"/>
              </a:rPr>
              <a:t>Fill in or replace the following tables with your own results </a:t>
            </a:r>
            <a:endParaRPr lang="en-US" sz="2500" b="0" strike="noStrike" spc="-1" dirty="0">
              <a:latin typeface="Arial"/>
            </a:endParaRPr>
          </a:p>
        </p:txBody>
      </p:sp>
      <p:sp>
        <p:nvSpPr>
          <p:cNvPr id="159" name="CustomShape 2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FA40484E-038F-4A62-A2EA-BEA6C46342C6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1</a:t>
            </a:fld>
            <a:endParaRPr lang="en-US" sz="10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16452318"/>
      </p:ext>
    </p:extLst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4F8F"/>
                </a:solidFill>
                <a:latin typeface="Arial Narrow"/>
                <a:ea typeface="Arial Narrow"/>
              </a:rPr>
              <a:t>Football-Field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2</a:t>
            </a:fld>
            <a:endParaRPr lang="en-US" sz="1000" b="0" strike="noStrike" spc="-1">
              <a:latin typeface="Arial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677A75C-D716-B226-B544-E62232AA3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1600"/>
            <a:ext cx="4495800" cy="5029784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B622C72B-A9C9-5956-E1F9-ED17EB5C59EA}"/>
              </a:ext>
            </a:extLst>
          </p:cNvPr>
          <p:cNvSpPr/>
          <p:nvPr/>
        </p:nvSpPr>
        <p:spPr bwMode="auto">
          <a:xfrm>
            <a:off x="5714089" y="0"/>
            <a:ext cx="3414671" cy="1599058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Ov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erview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of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valuation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results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. The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graph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template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can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be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found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in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the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excel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file</a:t>
            </a:r>
            <a:r>
              <a:rPr lang="de-DE" sz="140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.  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34603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4F8F"/>
                </a:solidFill>
                <a:latin typeface="Arial Narrow"/>
              </a:rPr>
              <a:t>Peer Group 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3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9" name="MessageLine">
            <a:extLst>
              <a:ext uri="{FF2B5EF4-FFF2-40B4-BE49-F238E27FC236}">
                <a16:creationId xmlns:a16="http://schemas.microsoft.com/office/drawing/2014/main" id="{107F8925-C7FE-DCFF-D51A-C98FBB2A36E0}"/>
              </a:ext>
            </a:extLst>
          </p:cNvPr>
          <p:cNvSpPr>
            <a:spLocks noChangeShapeType="1"/>
          </p:cNvSpPr>
          <p:nvPr/>
        </p:nvSpPr>
        <p:spPr bwMode="auto">
          <a:xfrm>
            <a:off x="143694" y="-638167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  <p:sp>
        <p:nvSpPr>
          <p:cNvPr id="17" name="MessageLine">
            <a:extLst>
              <a:ext uri="{FF2B5EF4-FFF2-40B4-BE49-F238E27FC236}">
                <a16:creationId xmlns:a16="http://schemas.microsoft.com/office/drawing/2014/main" id="{6546F271-275E-E8C3-C2AA-F4E567A3D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48" y="1595718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7AB366DA-7254-38A2-AFDA-BCB88AF5A50E}"/>
              </a:ext>
            </a:extLst>
          </p:cNvPr>
          <p:cNvSpPr/>
          <p:nvPr/>
        </p:nvSpPr>
        <p:spPr bwMode="auto">
          <a:xfrm>
            <a:off x="381000" y="1819791"/>
            <a:ext cx="2362200" cy="3077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Peers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A4C9A12D-F10E-5C1E-C472-8773846D8013}"/>
              </a:ext>
            </a:extLst>
          </p:cNvPr>
          <p:cNvSpPr/>
          <p:nvPr/>
        </p:nvSpPr>
        <p:spPr bwMode="auto">
          <a:xfrm>
            <a:off x="2891332" y="1819791"/>
            <a:ext cx="3814268" cy="3077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Comparability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to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Traton SE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AC772607-EA0B-1A48-CCE9-BB2C15C4589D}"/>
              </a:ext>
            </a:extLst>
          </p:cNvPr>
          <p:cNvSpPr/>
          <p:nvPr/>
        </p:nvSpPr>
        <p:spPr bwMode="auto">
          <a:xfrm>
            <a:off x="6853732" y="1819791"/>
            <a:ext cx="1752600" cy="307777"/>
          </a:xfrm>
          <a:prstGeom prst="rect">
            <a:avLst/>
          </a:prstGeom>
          <a:solidFill>
            <a:srgbClr val="FFFFFF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45720" tIns="45720" rIns="4572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Relevance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  <p:sp>
        <p:nvSpPr>
          <p:cNvPr id="3" name="Rechteck 1">
            <a:extLst>
              <a:ext uri="{FF2B5EF4-FFF2-40B4-BE49-F238E27FC236}">
                <a16:creationId xmlns:a16="http://schemas.microsoft.com/office/drawing/2014/main" id="{4A372077-C0D8-5702-1D3D-74CF4504523F}"/>
              </a:ext>
            </a:extLst>
          </p:cNvPr>
          <p:cNvSpPr/>
          <p:nvPr/>
        </p:nvSpPr>
        <p:spPr bwMode="auto">
          <a:xfrm>
            <a:off x="5714089" y="39760"/>
            <a:ext cx="3414671" cy="1599058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Provide an overview of relevant peers and your reasoning why you chose </a:t>
            </a:r>
            <a:r>
              <a:rPr lang="en-GB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any beyond the ones included in sources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402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9D9E9339-BE90-2519-3FDA-0DE34E0CCBB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5" y="2138082"/>
            <a:ext cx="8965222" cy="4182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4F8F"/>
                </a:solidFill>
                <a:latin typeface="Arial Narrow"/>
              </a:rPr>
              <a:t>Multiples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4</a:t>
            </a:fld>
            <a:endParaRPr lang="en-US" sz="1000" b="0" strike="noStrike" spc="-1">
              <a:latin typeface="Arial"/>
            </a:endParaRPr>
          </a:p>
        </p:txBody>
      </p:sp>
      <p:grpSp>
        <p:nvGrpSpPr>
          <p:cNvPr id="7" name="Group 60">
            <a:extLst>
              <a:ext uri="{FF2B5EF4-FFF2-40B4-BE49-F238E27FC236}">
                <a16:creationId xmlns:a16="http://schemas.microsoft.com/office/drawing/2014/main" id="{5D891E96-F67B-2A7E-7E67-BFBE83F4D5AE}"/>
              </a:ext>
            </a:extLst>
          </p:cNvPr>
          <p:cNvGrpSpPr>
            <a:grpSpLocks/>
          </p:cNvGrpSpPr>
          <p:nvPr/>
        </p:nvGrpSpPr>
        <p:grpSpPr bwMode="auto">
          <a:xfrm>
            <a:off x="143694" y="-638167"/>
            <a:ext cx="8862646" cy="242"/>
            <a:chOff x="95" y="664"/>
            <a:chExt cx="6048" cy="242"/>
          </a:xfrm>
        </p:grpSpPr>
        <p:sp>
          <p:nvSpPr>
            <p:cNvPr id="8" name="MessageBox">
              <a:extLst>
                <a:ext uri="{FF2B5EF4-FFF2-40B4-BE49-F238E27FC236}">
                  <a16:creationId xmlns:a16="http://schemas.microsoft.com/office/drawing/2014/main" id="{6CBC1462-32BE-4FA8-3B6C-85CC3E2C59C5}"/>
                </a:ext>
              </a:extLst>
            </p:cNvPr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32" y="675"/>
              <a:ext cx="5968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>
              <a:spAutoFit/>
            </a:bodyPr>
            <a:lstStyle/>
            <a:p>
              <a:pPr eaLnBrk="1" hangingPunct="1"/>
              <a:r>
                <a:rPr lang="en-US" sz="1100" dirty="0">
                  <a:solidFill>
                    <a:srgbClr val="00BDF2"/>
                  </a:solidFill>
                  <a:ea typeface="+mj-ea"/>
                </a:rPr>
                <a:t>Continental currently trades at a FV/EBITDA  2014E multiple of 7.9x and a P/E 2014 multiple of 12.1x, with FV/EBITDA slightly above peers and P/E below peers.</a:t>
              </a:r>
            </a:p>
          </p:txBody>
        </p:sp>
        <p:sp>
          <p:nvSpPr>
            <p:cNvPr id="9" name="MessageLine">
              <a:extLst>
                <a:ext uri="{FF2B5EF4-FFF2-40B4-BE49-F238E27FC236}">
                  <a16:creationId xmlns:a16="http://schemas.microsoft.com/office/drawing/2014/main" id="{107F8925-C7FE-DCFF-D51A-C98FBB2A36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" y="664"/>
              <a:ext cx="6048" cy="0"/>
            </a:xfrm>
            <a:prstGeom prst="line">
              <a:avLst/>
            </a:prstGeom>
            <a:noFill/>
            <a:ln w="6350">
              <a:solidFill>
                <a:srgbClr val="97999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400">
                <a:solidFill>
                  <a:srgbClr val="53565A"/>
                </a:solidFill>
                <a:ea typeface="ヒラギノ角ゴ Pro W3" pitchFamily="124" charset="-128"/>
              </a:endParaRPr>
            </a:p>
          </p:txBody>
        </p:sp>
      </p:grpSp>
      <p:sp>
        <p:nvSpPr>
          <p:cNvPr id="10" name="Text Box 6">
            <a:extLst>
              <a:ext uri="{FF2B5EF4-FFF2-40B4-BE49-F238E27FC236}">
                <a16:creationId xmlns:a16="http://schemas.microsoft.com/office/drawing/2014/main" id="{47350284-363A-2BF8-014F-C6F84FF420C2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66028" y="1757082"/>
            <a:ext cx="3824654" cy="26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2203" rIns="42203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1108" dirty="0">
                <a:solidFill>
                  <a:srgbClr val="002D72"/>
                </a:solidFill>
                <a:latin typeface="Arial"/>
                <a:ea typeface="ヒラギノ角ゴ Pro W3" pitchFamily="124" charset="-128"/>
              </a:rPr>
              <a:t>Trading Multiples for Automotive Suppliers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35E0123-FEC5-9EEE-2E99-F44D5DC654DE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45160" y="6488614"/>
            <a:ext cx="8680102" cy="34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/>
            <a:r>
              <a:rPr lang="en-US" sz="646" dirty="0">
                <a:solidFill>
                  <a:srgbClr val="53565A"/>
                </a:solidFill>
              </a:rPr>
              <a:t>Source: Company Information, Broker Research, Factset as of 26</a:t>
            </a:r>
            <a:r>
              <a:rPr lang="en-US" sz="646" baseline="30000" dirty="0">
                <a:solidFill>
                  <a:srgbClr val="53565A"/>
                </a:solidFill>
              </a:rPr>
              <a:t>th</a:t>
            </a:r>
            <a:r>
              <a:rPr lang="en-US" sz="646" dirty="0">
                <a:solidFill>
                  <a:srgbClr val="53565A"/>
                </a:solidFill>
              </a:rPr>
              <a:t> August,</a:t>
            </a:r>
          </a:p>
        </p:txBody>
      </p:sp>
      <p:sp>
        <p:nvSpPr>
          <p:cNvPr id="13" name="Rectangle 26">
            <a:extLst>
              <a:ext uri="{FF2B5EF4-FFF2-40B4-BE49-F238E27FC236}">
                <a16:creationId xmlns:a16="http://schemas.microsoft.com/office/drawing/2014/main" id="{6AABBA49-6BF4-BBB2-3217-3F14F2D346FC}"/>
              </a:ext>
            </a:extLst>
          </p:cNvPr>
          <p:cNvSpPr/>
          <p:nvPr/>
        </p:nvSpPr>
        <p:spPr bwMode="auto">
          <a:xfrm>
            <a:off x="4925722" y="2545586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0BC25DFD-1A01-741D-010D-B52F194AD30B}"/>
              </a:ext>
            </a:extLst>
          </p:cNvPr>
          <p:cNvSpPr/>
          <p:nvPr/>
        </p:nvSpPr>
        <p:spPr bwMode="auto">
          <a:xfrm>
            <a:off x="7952728" y="2556332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6D282AC3-1B2D-FF9A-06FC-8431FD9D038B}"/>
              </a:ext>
            </a:extLst>
          </p:cNvPr>
          <p:cNvSpPr/>
          <p:nvPr/>
        </p:nvSpPr>
        <p:spPr bwMode="auto">
          <a:xfrm>
            <a:off x="4908136" y="6022456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084746F1-E04A-1841-9693-776334D3D6FE}"/>
              </a:ext>
            </a:extLst>
          </p:cNvPr>
          <p:cNvSpPr/>
          <p:nvPr/>
        </p:nvSpPr>
        <p:spPr bwMode="auto">
          <a:xfrm>
            <a:off x="7908766" y="6013664"/>
            <a:ext cx="348786" cy="199385"/>
          </a:xfrm>
          <a:prstGeom prst="rect">
            <a:avLst/>
          </a:prstGeom>
          <a:noFill/>
          <a:ln w="6350" cap="flat" cmpd="sng" algn="ctr">
            <a:solidFill>
              <a:srgbClr val="CB6015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17" name="MessageLine">
            <a:extLst>
              <a:ext uri="{FF2B5EF4-FFF2-40B4-BE49-F238E27FC236}">
                <a16:creationId xmlns:a16="http://schemas.microsoft.com/office/drawing/2014/main" id="{6546F271-275E-E8C3-C2AA-F4E567A3D9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148" y="1595718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219D2F6-A7D5-7341-5B9D-4CB885AEA207}"/>
              </a:ext>
            </a:extLst>
          </p:cNvPr>
          <p:cNvSpPr/>
          <p:nvPr/>
        </p:nvSpPr>
        <p:spPr bwMode="auto">
          <a:xfrm>
            <a:off x="5714089" y="39760"/>
            <a:ext cx="3414671" cy="1599058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Overview of multiples 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795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004F8F"/>
                </a:solidFill>
                <a:latin typeface="Arial Narrow"/>
              </a:rPr>
              <a:t>DCF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5</a:t>
            </a:fld>
            <a:endParaRPr lang="en-US" sz="1000" b="0" strike="noStrike" spc="-1">
              <a:latin typeface="Arial"/>
            </a:endParaRPr>
          </a:p>
        </p:txBody>
      </p:sp>
      <p:grpSp>
        <p:nvGrpSpPr>
          <p:cNvPr id="8" name="Group 60">
            <a:extLst>
              <a:ext uri="{FF2B5EF4-FFF2-40B4-BE49-F238E27FC236}">
                <a16:creationId xmlns:a16="http://schemas.microsoft.com/office/drawing/2014/main" id="{94FBA080-E5CE-4F35-C3B0-3F863B2465F1}"/>
              </a:ext>
            </a:extLst>
          </p:cNvPr>
          <p:cNvGrpSpPr>
            <a:grpSpLocks/>
          </p:cNvGrpSpPr>
          <p:nvPr/>
        </p:nvGrpSpPr>
        <p:grpSpPr bwMode="auto">
          <a:xfrm>
            <a:off x="140677" y="459213"/>
            <a:ext cx="8862646" cy="332"/>
            <a:chOff x="95" y="332"/>
            <a:chExt cx="6048" cy="332"/>
          </a:xfrm>
        </p:grpSpPr>
        <p:sp>
          <p:nvSpPr>
            <p:cNvPr id="9" name="MessageBox">
              <a:extLst>
                <a:ext uri="{FF2B5EF4-FFF2-40B4-BE49-F238E27FC236}">
                  <a16:creationId xmlns:a16="http://schemas.microsoft.com/office/drawing/2014/main" id="{6E5F8E61-9189-A9A9-BDE4-845501477835}"/>
                </a:ext>
              </a:extLst>
            </p:cNvPr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95" y="332"/>
              <a:ext cx="6048" cy="2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folHlink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eaLnBrk="1" hangingPunct="1"/>
              <a:r>
                <a:rPr lang="en-US" sz="1400" dirty="0">
                  <a:solidFill>
                    <a:srgbClr val="00BDF2"/>
                  </a:solidFill>
                  <a:ea typeface="+mj-ea"/>
                </a:rPr>
                <a:t>Fundamental valuation of Continental results in a FV of €46.7bn and an EV of €38.0bn considering a WACC of 10% and a perpetuity growth rate of 3%. Additional upside could be realized if synergies would be considered.</a:t>
              </a:r>
            </a:p>
          </p:txBody>
        </p:sp>
        <p:sp>
          <p:nvSpPr>
            <p:cNvPr id="10" name="MessageLine">
              <a:extLst>
                <a:ext uri="{FF2B5EF4-FFF2-40B4-BE49-F238E27FC236}">
                  <a16:creationId xmlns:a16="http://schemas.microsoft.com/office/drawing/2014/main" id="{D0399759-C6CC-BE52-6F4E-5DD846FB2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" y="664"/>
              <a:ext cx="6048" cy="0"/>
            </a:xfrm>
            <a:prstGeom prst="line">
              <a:avLst/>
            </a:prstGeom>
            <a:noFill/>
            <a:ln w="6350">
              <a:solidFill>
                <a:srgbClr val="97999B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 eaLnBrk="1" hangingPunct="1"/>
              <a:endParaRPr lang="en-US" sz="1400">
                <a:solidFill>
                  <a:srgbClr val="53565A"/>
                </a:solidFill>
                <a:ea typeface="ヒラギノ角ゴ Pro W3" pitchFamily="124" charset="-128"/>
              </a:endParaRPr>
            </a:p>
          </p:txBody>
        </p:sp>
      </p:grpSp>
      <p:sp>
        <p:nvSpPr>
          <p:cNvPr id="11" name="Text Box 6">
            <a:extLst>
              <a:ext uri="{FF2B5EF4-FFF2-40B4-BE49-F238E27FC236}">
                <a16:creationId xmlns:a16="http://schemas.microsoft.com/office/drawing/2014/main" id="{7FA77C5E-6917-EFF1-3CB8-8F24B961302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45903" y="1478788"/>
            <a:ext cx="3004038" cy="2628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42203" rIns="42203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GB" sz="1108" dirty="0">
                <a:solidFill>
                  <a:srgbClr val="002D72"/>
                </a:solidFill>
                <a:latin typeface="Arial"/>
                <a:ea typeface="ヒラギノ角ゴ Pro W3" pitchFamily="124" charset="-128"/>
              </a:rPr>
              <a:t>Financial Summary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470A621-12D2-969D-29F2-378B7F241E6A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01425" y="6586621"/>
            <a:ext cx="8680102" cy="3422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114300" indent="-1143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1pPr>
            <a:lvl2pPr marL="742950" indent="-28575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2pPr>
            <a:lvl3pPr marL="11430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3pPr>
            <a:lvl4pPr marL="16002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4pPr>
            <a:lvl5pPr marL="2057400" indent="-228600" eaLnBrk="0" hangingPunct="0"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itchFamily="34" charset="0"/>
                <a:ea typeface="ヒラギノ角ゴ Pro W3"/>
                <a:cs typeface="ヒラギノ角ゴ Pro W3"/>
              </a:defRPr>
            </a:lvl9pPr>
          </a:lstStyle>
          <a:p>
            <a:pPr eaLnBrk="1" hangingPunct="1"/>
            <a:r>
              <a:rPr lang="en-US" sz="646" dirty="0">
                <a:solidFill>
                  <a:srgbClr val="53565A"/>
                </a:solidFill>
              </a:rPr>
              <a:t>Source:</a:t>
            </a:r>
            <a:r>
              <a:rPr lang="de-DE" sz="646" dirty="0">
                <a:solidFill>
                  <a:srgbClr val="53565A"/>
                </a:solidFill>
              </a:rPr>
              <a:t> Company Information, Bloomberg, FactSet </a:t>
            </a:r>
            <a:r>
              <a:rPr lang="de-DE" sz="646" dirty="0" err="1">
                <a:solidFill>
                  <a:srgbClr val="53565A"/>
                </a:solidFill>
              </a:rPr>
              <a:t>as</a:t>
            </a:r>
            <a:r>
              <a:rPr lang="de-DE" sz="646" dirty="0">
                <a:solidFill>
                  <a:srgbClr val="53565A"/>
                </a:solidFill>
              </a:rPr>
              <a:t> </a:t>
            </a:r>
            <a:r>
              <a:rPr lang="de-DE" sz="646" dirty="0" err="1">
                <a:solidFill>
                  <a:srgbClr val="53565A"/>
                </a:solidFill>
              </a:rPr>
              <a:t>of</a:t>
            </a:r>
            <a:r>
              <a:rPr lang="de-DE" sz="646" dirty="0">
                <a:solidFill>
                  <a:srgbClr val="53565A"/>
                </a:solidFill>
              </a:rPr>
              <a:t> 26th August 2014.</a:t>
            </a:r>
            <a:endParaRPr lang="en-US" sz="646" dirty="0">
              <a:solidFill>
                <a:srgbClr val="53565A"/>
              </a:solidFill>
            </a:endParaRPr>
          </a:p>
        </p:txBody>
      </p:sp>
      <p:pic>
        <p:nvPicPr>
          <p:cNvPr id="13" name="Picture 10">
            <a:extLst>
              <a:ext uri="{FF2B5EF4-FFF2-40B4-BE49-F238E27FC236}">
                <a16:creationId xmlns:a16="http://schemas.microsoft.com/office/drawing/2014/main" id="{D4D8BD65-D2C9-D236-D5A3-850EB548FA95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88" y="1772846"/>
            <a:ext cx="8504640" cy="30061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">
            <a:extLst>
              <a:ext uri="{FF2B5EF4-FFF2-40B4-BE49-F238E27FC236}">
                <a16:creationId xmlns:a16="http://schemas.microsoft.com/office/drawing/2014/main" id="{11E61493-9C20-E4E7-F79D-4944667EDCB7}"/>
              </a:ext>
            </a:extLst>
          </p:cNvPr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0761" y="4865266"/>
            <a:ext cx="4232293" cy="1447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2D72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53565A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ctangle 21">
            <a:extLst>
              <a:ext uri="{FF2B5EF4-FFF2-40B4-BE49-F238E27FC236}">
                <a16:creationId xmlns:a16="http://schemas.microsoft.com/office/drawing/2014/main" id="{AAFD1592-B815-F110-620A-43A16BD6ED0B}"/>
              </a:ext>
            </a:extLst>
          </p:cNvPr>
          <p:cNvSpPr/>
          <p:nvPr/>
        </p:nvSpPr>
        <p:spPr bwMode="auto">
          <a:xfrm>
            <a:off x="2329643" y="4347884"/>
            <a:ext cx="5749022" cy="3516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sp>
        <p:nvSpPr>
          <p:cNvPr id="17" name="MessageLine">
            <a:extLst>
              <a:ext uri="{FF2B5EF4-FFF2-40B4-BE49-F238E27FC236}">
                <a16:creationId xmlns:a16="http://schemas.microsoft.com/office/drawing/2014/main" id="{537F0B3D-D0C4-7184-C2AC-64DED676C42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0613" y="892380"/>
            <a:ext cx="8862646" cy="0"/>
          </a:xfrm>
          <a:prstGeom prst="line">
            <a:avLst/>
          </a:prstGeom>
          <a:noFill/>
          <a:ln w="6350">
            <a:solidFill>
              <a:srgbClr val="97999B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 eaLnBrk="1" hangingPunct="1"/>
            <a:endParaRPr lang="en-US" sz="1400">
              <a:solidFill>
                <a:srgbClr val="53565A"/>
              </a:solidFill>
              <a:ea typeface="ヒラギノ角ゴ Pro W3" pitchFamily="124" charset="-128"/>
            </a:endParaRPr>
          </a:p>
        </p:txBody>
      </p:sp>
      <p:sp>
        <p:nvSpPr>
          <p:cNvPr id="3" name="Rechteck 1">
            <a:extLst>
              <a:ext uri="{FF2B5EF4-FFF2-40B4-BE49-F238E27FC236}">
                <a16:creationId xmlns:a16="http://schemas.microsoft.com/office/drawing/2014/main" id="{50678D6E-E927-DB03-D43E-E5ED17F197E2}"/>
              </a:ext>
            </a:extLst>
          </p:cNvPr>
          <p:cNvSpPr/>
          <p:nvPr/>
        </p:nvSpPr>
        <p:spPr bwMode="auto">
          <a:xfrm>
            <a:off x="5714089" y="39760"/>
            <a:ext cx="3414671" cy="1599058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Financial forecasts used for DCF as well as sensitivity analysis 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5580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3E2C1-9B1C-1CA4-089F-1E87A6B82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03CA053C-9D27-2A20-A98F-4A95DC90E5EA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004F8F"/>
                </a:solidFill>
              </a:rPr>
              <a:t>Equity Bridge</a:t>
            </a:r>
            <a:endParaRPr lang="en-US" sz="3200" spc="-1" dirty="0">
              <a:latin typeface="Arial"/>
            </a:endParaRPr>
          </a:p>
        </p:txBody>
      </p:sp>
      <p:sp>
        <p:nvSpPr>
          <p:cNvPr id="174" name="CustomShape 2">
            <a:extLst>
              <a:ext uri="{FF2B5EF4-FFF2-40B4-BE49-F238E27FC236}">
                <a16:creationId xmlns:a16="http://schemas.microsoft.com/office/drawing/2014/main" id="{32A51ED9-89C6-A75A-AAB7-0751F4AC811F}"/>
              </a:ext>
            </a:extLst>
          </p:cNvPr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>
            <a:extLst>
              <a:ext uri="{FF2B5EF4-FFF2-40B4-BE49-F238E27FC236}">
                <a16:creationId xmlns:a16="http://schemas.microsoft.com/office/drawing/2014/main" id="{9E49B146-BDBB-5E30-7935-4F364ACD0221}"/>
              </a:ext>
            </a:extLst>
          </p:cNvPr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6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6" name="Rectangle 21">
            <a:extLst>
              <a:ext uri="{FF2B5EF4-FFF2-40B4-BE49-F238E27FC236}">
                <a16:creationId xmlns:a16="http://schemas.microsoft.com/office/drawing/2014/main" id="{62D92B50-6068-C650-7AF4-69D439248E51}"/>
              </a:ext>
            </a:extLst>
          </p:cNvPr>
          <p:cNvSpPr/>
          <p:nvPr/>
        </p:nvSpPr>
        <p:spPr bwMode="auto">
          <a:xfrm>
            <a:off x="2329643" y="4347884"/>
            <a:ext cx="5749022" cy="35169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84406" tIns="42203" rIns="84406" bIns="42203" numCol="1" rtlCol="0" anchor="ctr" anchorCtr="0" compatLnSpc="1">
            <a:prstTxWarp prst="textNoShape">
              <a:avLst/>
            </a:prstTxWarp>
          </a:bodyPr>
          <a:lstStyle/>
          <a:p>
            <a:pPr algn="ctr" eaLnBrk="1" hangingPunct="1"/>
            <a:endParaRPr lang="en-GB" sz="1292" dirty="0">
              <a:solidFill>
                <a:srgbClr val="53565A"/>
              </a:solidFill>
              <a:ea typeface="+mj-ea"/>
            </a:endParaRPr>
          </a:p>
        </p:txBody>
      </p:sp>
      <p:pic>
        <p:nvPicPr>
          <p:cNvPr id="4" name="Grafik 2">
            <a:extLst>
              <a:ext uri="{FF2B5EF4-FFF2-40B4-BE49-F238E27FC236}">
                <a16:creationId xmlns:a16="http://schemas.microsoft.com/office/drawing/2014/main" id="{28FE05D4-28E2-92B6-59A9-E58D1DC26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798130"/>
            <a:ext cx="8305800" cy="326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58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D5BB8ADB-3323-4141-B69D-BED8185AF659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trike="noStrike" spc="-1" dirty="0">
                <a:solidFill>
                  <a:srgbClr val="004F8F"/>
                </a:solidFill>
                <a:latin typeface="Arial Narrow"/>
              </a:rPr>
              <a:t>DCF Assumptions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/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/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7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C7281B9-141C-5904-28DE-0135F33539B9}"/>
              </a:ext>
            </a:extLst>
          </p:cNvPr>
          <p:cNvSpPr/>
          <p:nvPr/>
        </p:nvSpPr>
        <p:spPr bwMode="auto">
          <a:xfrm>
            <a:off x="6019800" y="0"/>
            <a:ext cx="3124200" cy="1683043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Explain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your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DCF 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assumptions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(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Revenues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, 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growth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rates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)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8094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42D446-F2FF-C575-B313-3C932DE96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stomShape 1">
            <a:extLst>
              <a:ext uri="{FF2B5EF4-FFF2-40B4-BE49-F238E27FC236}">
                <a16:creationId xmlns:a16="http://schemas.microsoft.com/office/drawing/2014/main" id="{90AE7DDF-74F3-02F5-CB44-7F9A7FF29736}"/>
              </a:ext>
            </a:extLst>
          </p:cNvPr>
          <p:cNvSpPr/>
          <p:nvPr/>
        </p:nvSpPr>
        <p:spPr>
          <a:xfrm>
            <a:off x="457200" y="102960"/>
            <a:ext cx="6781800" cy="659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1" spc="-1" dirty="0">
                <a:solidFill>
                  <a:srgbClr val="004F8F"/>
                </a:solidFill>
                <a:latin typeface="Arial Narrow"/>
              </a:rPr>
              <a:t>Appendix: AI Usage</a:t>
            </a:r>
            <a:endParaRPr lang="en-US" sz="3200" b="0" strike="noStrike" spc="-1" dirty="0">
              <a:latin typeface="Arial"/>
            </a:endParaRPr>
          </a:p>
        </p:txBody>
      </p:sp>
      <p:sp>
        <p:nvSpPr>
          <p:cNvPr id="174" name="CustomShape 2">
            <a:extLst>
              <a:ext uri="{FF2B5EF4-FFF2-40B4-BE49-F238E27FC236}">
                <a16:creationId xmlns:a16="http://schemas.microsoft.com/office/drawing/2014/main" id="{C25C7653-A646-40DE-CA29-1B603F53401B}"/>
              </a:ext>
            </a:extLst>
          </p:cNvPr>
          <p:cNvSpPr/>
          <p:nvPr/>
        </p:nvSpPr>
        <p:spPr>
          <a:xfrm>
            <a:off x="287280" y="1439640"/>
            <a:ext cx="8970840" cy="567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343080" indent="-277560">
              <a:lnSpc>
                <a:spcPct val="150000"/>
              </a:lnSpc>
              <a:tabLst>
                <a:tab pos="0" algn="l"/>
              </a:tabLst>
            </a:pPr>
            <a:endParaRPr lang="en-US" sz="2800" b="0" strike="noStrike" spc="-1" dirty="0">
              <a:latin typeface="Arial"/>
            </a:endParaRPr>
          </a:p>
        </p:txBody>
      </p:sp>
      <p:sp>
        <p:nvSpPr>
          <p:cNvPr id="175" name="CustomShape 3">
            <a:extLst>
              <a:ext uri="{FF2B5EF4-FFF2-40B4-BE49-F238E27FC236}">
                <a16:creationId xmlns:a16="http://schemas.microsoft.com/office/drawing/2014/main" id="{24A746AF-46B2-5947-6C22-8258C8F91B6D}"/>
              </a:ext>
            </a:extLst>
          </p:cNvPr>
          <p:cNvSpPr/>
          <p:nvPr/>
        </p:nvSpPr>
        <p:spPr>
          <a:xfrm>
            <a:off x="8767800" y="6669000"/>
            <a:ext cx="180720" cy="169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0A01B94F-46B8-41DC-A284-35A850AD8993}" type="slidenum">
              <a:rPr lang="en-US" sz="1000" b="0" strike="noStrike" spc="-1">
                <a:solidFill>
                  <a:srgbClr val="004F8F"/>
                </a:solidFill>
                <a:latin typeface="Arial Narrow"/>
                <a:ea typeface="Arial Narrow"/>
              </a:rPr>
              <a:t>8</a:t>
            </a:fld>
            <a:endParaRPr lang="en-US" sz="1000" b="0" strike="noStrike" spc="-1">
              <a:latin typeface="Arial"/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9899849-3136-17BC-F80C-4E9127F25309}"/>
              </a:ext>
            </a:extLst>
          </p:cNvPr>
          <p:cNvSpPr/>
          <p:nvPr/>
        </p:nvSpPr>
        <p:spPr bwMode="auto">
          <a:xfrm>
            <a:off x="6019800" y="0"/>
            <a:ext cx="3124200" cy="1683043"/>
          </a:xfrm>
          <a:prstGeom prst="rect">
            <a:avLst/>
          </a:prstGeom>
          <a:solidFill>
            <a:srgbClr val="FFFF00"/>
          </a:solidFill>
          <a:ln w="25400" cap="flat" cmpd="sng" algn="ctr">
            <a:solidFill>
              <a:srgbClr val="004F8F"/>
            </a:solidFill>
            <a:prstDash val="solid"/>
            <a:bevel/>
            <a:headEnd type="none" w="med" len="med"/>
            <a:tailEnd type="none" w="med" len="med"/>
          </a:ln>
          <a:effectLst/>
        </p:spPr>
        <p:txBody>
          <a:bodyPr vert="horz" wrap="square" lIns="45720" tIns="45720" rIns="45720" bIns="4572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If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relevant: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</a:t>
            </a:r>
            <a:r>
              <a:rPr kumimoji="0" lang="de-DE" sz="1400" b="0" i="0" u="none" strike="noStrike" cap="none" normalizeH="0" baseline="0" dirty="0" err="1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xplain</a:t>
            </a:r>
            <a:r>
              <a:rPr kumimoji="0" lang="de-DE" sz="1400" b="0" i="0" u="none" strike="noStrike" cap="none" normalizeH="0" baseline="0" dirty="0">
                <a:ln>
                  <a:noFill/>
                </a:ln>
                <a:solidFill>
                  <a:srgbClr val="004F8F"/>
                </a:solidFill>
                <a:effectLst/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how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you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employed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AI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for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the</a:t>
            </a:r>
            <a:r>
              <a:rPr lang="de-DE" sz="1400" dirty="0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 </a:t>
            </a:r>
            <a:r>
              <a:rPr lang="de-DE" sz="1400" dirty="0" err="1">
                <a:solidFill>
                  <a:srgbClr val="004F8F"/>
                </a:solidFill>
                <a:latin typeface="Georgia" panose="02040502050405020303" pitchFamily="18" charset="0"/>
                <a:ea typeface="Georgia" panose="02040502050405020303" pitchFamily="18" charset="0"/>
                <a:cs typeface="Georgia" panose="02040502050405020303" pitchFamily="18" charset="0"/>
                <a:sym typeface="Georgia" panose="02040502050405020303" pitchFamily="18" charset="0"/>
              </a:rPr>
              <a:t>exercise</a:t>
            </a:r>
            <a:endParaRPr kumimoji="0" lang="en-DE" sz="1400" b="0" i="0" u="none" strike="noStrike" cap="none" normalizeH="0" baseline="0" dirty="0">
              <a:ln>
                <a:noFill/>
              </a:ln>
              <a:solidFill>
                <a:srgbClr val="004F8F"/>
              </a:solidFill>
              <a:effectLst/>
              <a:latin typeface="Georgia" panose="02040502050405020303" pitchFamily="18" charset="0"/>
              <a:ea typeface="Georgia" panose="02040502050405020303" pitchFamily="18" charset="0"/>
              <a:cs typeface="Georgia" panose="02040502050405020303" pitchFamily="18" charset="0"/>
              <a:sym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06050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140826_Backup_2.xls&quot; Path=&quot;\\LDNVNASCAO005\ibd_German Best Practice\Intern Files\Lukas Wagner\Case Study\Backups&quot; Landmark=&quot;_bdm.CA0FD0029D97447C99436DE949E3E722.edm&quot; LMFriendly=&quot;Auto-generated range name&quot; SheetSlideName=&quot;_bdm.AE4D3328657B40AF8448F1E55EDFCAFA.edm&quot; Address=&quot;&amp;apos;Comps Slide&amp;apos;!B2:L40&quot; AddrAdjusted=&quot;&amp;apos;Comps Slide&amp;apos;!B2:C3&quot; LastUpdate=&quot;2014.08.27:16.07.59&quot; FileDesc=&quot;140826_Backup_2.xls&quot; Text=&quot;&quot; Value=&quot;&quot; Inst=&quot;0&quot; SBR=&quot;False&quot; SBC=&quot;False&quot; DestType=&quot;1&quot; HeaderRows=&quot;0&quot;/&gt;&#10;&lt;/Data&gt;&#10;"/>
  <p:tag name="STRETCHHEIGHT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DCF_new model_v3.xls&quot; Path=&quot;\\LDNVNASCAO005\ibd_German Best Practice\Intern Files\Lukas Wagner\Case Study\Backups&quot; Landmark=&quot;_bdm.12A3C7940F584D3AAE14A86936008650.edm&quot; LMFriendly=&quot;Auto-generated range name&quot; SheetSlideName=&quot;_bdm.6880F022BD1D41DB9F579E2B7549EEA6.edm&quot; Address=&quot;&amp;apos;DCF&amp;apos;!B6:Q29&quot; AddrAdjusted=&quot;&amp;apos;DCF&amp;apos;!B6:B7&quot; LastUpdate=&quot;2014.08.27:15.15.23&quot; FileDesc=&quot;DCF_new model_v3.xls&quot; Text=&quot;&quot; Value=&quot;&quot; Inst=&quot;0&quot; SBR=&quot;False&quot; SBC=&quot;False&quot; DestType=&quot;1&quot; HeaderRows=&quot;0&quot;/&gt;&#10;&lt;/Data&gt;&#10;"/>
  <p:tag name="STRETCHHEIGHT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MSOFTTAG" val="&lt;Data vendor=&quot;FactSet&quot; application=&quot;PresLink&quot; version=&quot;2012.5&quot; XMLVersion=&quot;C591227E-C126-49DE-B816-0EB840665770&quot; iXMLVersion=&quot;1&quot;&gt;&#10;&lt;Main FileType=&quot;1&quot; FileUID=&quot;&quot; FileName=&quot;DCF_new model_v3.xls&quot; Path=&quot;\\LDNVNASCAO005\ibd_German Best Practice\Intern Files\Lukas Wagner\Case Study\Backups&quot; Landmark=&quot;_bdm.5B36E866B72349F08EC6FE23AEC5C0F6.edm&quot; LMFriendly=&quot;Auto-generated range name&quot; SheetSlideName=&quot;_bdm.6880F022BD1D41DB9F579E2B7549EEA6.edm&quot; Address=&quot;&amp;apos;DCF&amp;apos;!C90:H101&quot; AddrAdjusted=&quot;&amp;apos;DCF&amp;apos;!C90:D90&quot; LastUpdate=&quot;2014.08.27:15.17.16&quot; FileDesc=&quot;DCF_new model_v3.xls&quot; Text=&quot;&quot; Value=&quot;&quot; Inst=&quot;0&quot; SBR=&quot;False&quot; SBC=&quot;False&quot; DestType=&quot;1&quot; HeaderRows=&quot;0&quot;/&gt;&#10;&lt;/Data&gt;&#10;"/>
  <p:tag name="STRETCHHEIGHT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SB" val="txtPageMessage"/>
</p:tagLst>
</file>

<file path=ppt/theme/theme1.xml><?xml version="1.0" encoding="utf-8"?>
<a:theme xmlns:a="http://schemas.openxmlformats.org/drawingml/2006/main" name="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GU Design ohne Fußleist">
  <a:themeElements>
    <a:clrScheme name="GU Design">
      <a:dk1>
        <a:srgbClr val="004F8F"/>
      </a:dk1>
      <a:lt1>
        <a:srgbClr val="FFFFFF"/>
      </a:lt1>
      <a:dk2>
        <a:srgbClr val="4D4B46"/>
      </a:dk2>
      <a:lt2>
        <a:srgbClr val="F8F6F5"/>
      </a:lt2>
      <a:accent1>
        <a:srgbClr val="004F8F"/>
      </a:accent1>
      <a:accent2>
        <a:srgbClr val="E4E3DD"/>
      </a:accent2>
      <a:accent3>
        <a:srgbClr val="A5AB52"/>
      </a:accent3>
      <a:accent4>
        <a:srgbClr val="4D4B46"/>
      </a:accent4>
      <a:accent5>
        <a:srgbClr val="B3062C"/>
      </a:accent5>
      <a:accent6>
        <a:srgbClr val="C96215"/>
      </a:accent6>
      <a:hlink>
        <a:srgbClr val="48A9DA"/>
      </a:hlink>
      <a:folHlink>
        <a:srgbClr val="004F8F"/>
      </a:folHlink>
    </a:clrScheme>
    <a:fontScheme name="Benutzerdefiniert 1">
      <a:majorFont>
        <a:latin typeface="Arial Narrow"/>
        <a:ea typeface="Arial Narrow"/>
        <a:cs typeface="Arial Narrow"/>
      </a:majorFont>
      <a:minorFont>
        <a:latin typeface="Arial Narrow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25400" cap="flat" cmpd="sng" algn="ctr">
          <a:solidFill>
            <a:srgbClr val="004F8F"/>
          </a:solidFill>
          <a:prstDash val="solid"/>
          <a:bevel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45720" tIns="45720" rIns="4572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altLang="de-DE" sz="1400" b="0" i="0" u="none" strike="noStrike" cap="none" normalizeH="0" baseline="0" smtClean="0">
            <a:ln>
              <a:noFill/>
            </a:ln>
            <a:solidFill>
              <a:srgbClr val="004F8F"/>
            </a:solidFill>
            <a:effectLst/>
            <a:latin typeface="Georgia" panose="02040502050405020303" pitchFamily="18" charset="0"/>
            <a:ea typeface="Georgia" panose="02040502050405020303" pitchFamily="18" charset="0"/>
            <a:cs typeface="Georgia" panose="02040502050405020303" pitchFamily="18" charset="0"/>
            <a:sym typeface="Georgia" panose="02040502050405020303" pitchFamily="18" charset="0"/>
          </a:defRPr>
        </a:defPPr>
      </a:lstStyle>
    </a:lnDef>
    <a:txDef>
      <a:spPr>
        <a:noFill/>
      </a:spPr>
      <a:bodyPr wrap="square" rtlCol="0">
        <a:spAutoFit/>
      </a:bodyPr>
      <a:lstStyle>
        <a:defPPr>
          <a:defRPr sz="1800" dirty="0" smtClean="0">
            <a:solidFill>
              <a:srgbClr val="000000"/>
            </a:solidFill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231</Words>
  <Application>Microsoft Office PowerPoint</Application>
  <PresentationFormat>On-screen Show (4:3)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Arial Narrow</vt:lpstr>
      <vt:lpstr>Georgia</vt:lpstr>
      <vt:lpstr>Times New Roman</vt:lpstr>
      <vt:lpstr>ヒラギノ角ゴ Pro W3</vt:lpstr>
      <vt:lpstr>GU Design ohne Fußleist</vt:lpstr>
      <vt:lpstr>1_GU Design ohne Fußleist</vt:lpstr>
      <vt:lpstr>2_GU Design ohne Fußleist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Mergers, Acquisitions, &amp; Other Restructuring Activities</dc:title>
  <dc:creator>Donald M. DePamphilis</dc:creator>
  <cp:lastModifiedBy>Edoardo Pilla</cp:lastModifiedBy>
  <cp:revision>465</cp:revision>
  <cp:lastPrinted>2015-04-20T13:26:22Z</cp:lastPrinted>
  <dcterms:created xsi:type="dcterms:W3CDTF">2003-04-13T01:28:13Z</dcterms:created>
  <dcterms:modified xsi:type="dcterms:W3CDTF">2026-07-07T16:10:37Z</dcterms:modified>
</cp:coreProperties>
</file>