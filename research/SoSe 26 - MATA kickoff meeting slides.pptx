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  <p:sldMasterId id="2147483674" r:id="rId3"/>
  </p:sldMasterIdLst>
  <p:notesMasterIdLst>
    <p:notesMasterId r:id="rId19"/>
  </p:notesMasterIdLst>
  <p:sldIdLst>
    <p:sldId id="256" r:id="rId4"/>
    <p:sldId id="270" r:id="rId5"/>
    <p:sldId id="257" r:id="rId6"/>
    <p:sldId id="258" r:id="rId7"/>
    <p:sldId id="268" r:id="rId8"/>
    <p:sldId id="271" r:id="rId9"/>
    <p:sldId id="259" r:id="rId10"/>
    <p:sldId id="260" r:id="rId11"/>
    <p:sldId id="263" r:id="rId12"/>
    <p:sldId id="267" r:id="rId13"/>
    <p:sldId id="266" r:id="rId14"/>
    <p:sldId id="262" r:id="rId15"/>
    <p:sldId id="264" r:id="rId16"/>
    <p:sldId id="273" r:id="rId17"/>
    <p:sldId id="274" r:id="rId18"/>
  </p:sldIdLst>
  <p:sldSz cx="9144000" cy="6858000" type="screen4x3"/>
  <p:notesSz cx="6794500" cy="9918700"/>
  <p:embeddedFontLst>
    <p:embeddedFont>
      <p:font typeface="Arial Narrow" panose="020B0606020202030204" pitchFamily="34" charset="0"/>
      <p:regular r:id="rId20"/>
      <p:bold r:id="rId21"/>
      <p:italic r:id="rId22"/>
      <p:boldItalic r:id="rId23"/>
    </p:embeddedFont>
    <p:embeddedFont>
      <p:font typeface="Georgia" panose="02040502050405020303" pitchFamily="18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864">
          <p15:clr>
            <a:srgbClr val="A4A3A4"/>
          </p15:clr>
        </p15:guide>
        <p15:guide id="2" pos="384">
          <p15:clr>
            <a:srgbClr val="A4A3A4"/>
          </p15:clr>
        </p15:guide>
        <p15:guide id="3" pos="5520">
          <p15:clr>
            <a:srgbClr val="A4A3A4"/>
          </p15:clr>
        </p15:guide>
        <p15:guide id="4" orient="horz" pos="3840">
          <p15:clr>
            <a:srgbClr val="A4A3A4"/>
          </p15:clr>
        </p15:guide>
        <p15:guide id="5" orient="horz" pos="576">
          <p15:clr>
            <a:srgbClr val="A4A3A4"/>
          </p15:clr>
        </p15:guide>
        <p15:guide id="6" pos="4560">
          <p15:clr>
            <a:srgbClr val="A4A3A4"/>
          </p15:clr>
        </p15:guide>
        <p15:guide id="7" pos="2976">
          <p15:clr>
            <a:srgbClr val="A4A3A4"/>
          </p15:clr>
        </p15:guide>
        <p15:guide id="8" pos="2928">
          <p15:clr>
            <a:srgbClr val="A4A3A4"/>
          </p15:clr>
        </p15:guide>
        <p15:guide id="9" pos="3024">
          <p15:clr>
            <a:srgbClr val="A4A3A4"/>
          </p15:clr>
        </p15:guide>
        <p15:guide id="10" orient="horz" pos="2400">
          <p15:clr>
            <a:srgbClr val="A4A3A4"/>
          </p15:clr>
        </p15:guide>
        <p15:guide id="11" orient="horz" pos="2352">
          <p15:clr>
            <a:srgbClr val="A4A3A4"/>
          </p15:clr>
        </p15:guide>
        <p15:guide id="12" orient="horz" pos="2448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8" roundtripDataSignature="AMtx7minbT/yRWSb+oZj14jHh9aQ7ssh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366787-4941-45D4-9E19-3192762BB328}" v="632" dt="2026-04-29T08:53:52.308"/>
    <p1510:client id="{9CE4711B-960C-42B7-AA41-EC20FEBA62C6}" v="74" dt="2026-04-29T09:40:15.210"/>
    <p1510:client id="{E51D5724-6DF5-4155-A096-4A7A1981ACDD}" v="427" dt="2026-04-29T09:28:06.6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1572" y="42"/>
      </p:cViewPr>
      <p:guideLst>
        <p:guide orient="horz" pos="864"/>
        <p:guide pos="384"/>
        <p:guide pos="5520"/>
        <p:guide orient="horz" pos="3840"/>
        <p:guide orient="horz" pos="576"/>
        <p:guide pos="4560"/>
        <p:guide pos="2976"/>
        <p:guide pos="2928"/>
        <p:guide pos="3024"/>
        <p:guide orient="horz" pos="2400"/>
        <p:guide orient="horz" pos="2352"/>
        <p:guide orient="horz"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7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2.fntdata"/><Relationship Id="rId34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6.fntdata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4.fntdata"/><Relationship Id="rId28" Type="http://customschemas.google.com/relationships/presentationmetadata" Target="metadata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Relationship Id="rId8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 Wahrenburg" userId="X6t7/RYT3FEX7+A94jCztWhj6irnlkkaTQEdC/PfSW4=" providerId="None" clId="Web-{E51D5724-6DF5-4155-A096-4A7A1981ACDD}"/>
    <pc:docChg chg="addSld delSld modSld">
      <pc:chgData name="Mark Wahrenburg" userId="X6t7/RYT3FEX7+A94jCztWhj6irnlkkaTQEdC/PfSW4=" providerId="None" clId="Web-{E51D5724-6DF5-4155-A096-4A7A1981ACDD}" dt="2026-04-29T09:28:06.137" v="423" actId="20577"/>
      <pc:docMkLst>
        <pc:docMk/>
      </pc:docMkLst>
      <pc:sldChg chg="delSp del">
        <pc:chgData name="Mark Wahrenburg" userId="X6t7/RYT3FEX7+A94jCztWhj6irnlkkaTQEdC/PfSW4=" providerId="None" clId="Web-{E51D5724-6DF5-4155-A096-4A7A1981ACDD}" dt="2026-04-29T09:27:41.934" v="415"/>
        <pc:sldMkLst>
          <pc:docMk/>
          <pc:sldMk cId="0" sldId="261"/>
        </pc:sldMkLst>
        <pc:spChg chg="del">
          <ac:chgData name="Mark Wahrenburg" userId="X6t7/RYT3FEX7+A94jCztWhj6irnlkkaTQEdC/PfSW4=" providerId="None" clId="Web-{E51D5724-6DF5-4155-A096-4A7A1981ACDD}" dt="2026-04-29T09:27:26.137" v="408"/>
          <ac:spMkLst>
            <pc:docMk/>
            <pc:sldMk cId="0" sldId="261"/>
            <ac:spMk id="252" creationId="{00000000-0000-0000-0000-000000000000}"/>
          </ac:spMkLst>
        </pc:spChg>
      </pc:sldChg>
      <pc:sldChg chg="addSp modSp new">
        <pc:chgData name="Mark Wahrenburg" userId="X6t7/RYT3FEX7+A94jCztWhj6irnlkkaTQEdC/PfSW4=" providerId="None" clId="Web-{E51D5724-6DF5-4155-A096-4A7A1981ACDD}" dt="2026-04-29T09:28:06.137" v="423" actId="20577"/>
        <pc:sldMkLst>
          <pc:docMk/>
          <pc:sldMk cId="3880115167" sldId="265"/>
        </pc:sldMkLst>
        <pc:spChg chg="mod">
          <ac:chgData name="Mark Wahrenburg" userId="X6t7/RYT3FEX7+A94jCztWhj6irnlkkaTQEdC/PfSW4=" providerId="None" clId="Web-{E51D5724-6DF5-4155-A096-4A7A1981ACDD}" dt="2026-04-29T09:28:06.137" v="423" actId="20577"/>
          <ac:spMkLst>
            <pc:docMk/>
            <pc:sldMk cId="3880115167" sldId="265"/>
            <ac:spMk id="3" creationId="{55C1EDA4-70BE-9C77-D8A0-69E074CF5E42}"/>
          </ac:spMkLst>
        </pc:spChg>
        <pc:spChg chg="add mod">
          <ac:chgData name="Mark Wahrenburg" userId="X6t7/RYT3FEX7+A94jCztWhj6irnlkkaTQEdC/PfSW4=" providerId="None" clId="Web-{E51D5724-6DF5-4155-A096-4A7A1981ACDD}" dt="2026-04-29T09:27:33.512" v="412" actId="20577"/>
          <ac:spMkLst>
            <pc:docMk/>
            <pc:sldMk cId="3880115167" sldId="265"/>
            <ac:spMk id="5" creationId="{3D2BAD32-2DAB-64E1-D5B6-2F32E8D0F70C}"/>
          </ac:spMkLst>
        </pc:spChg>
      </pc:sldChg>
    </pc:docChg>
  </pc:docChgLst>
  <pc:docChgLst>
    <pc:chgData name="Mark Wahrenburg" userId="X6t7/RYT3FEX7+A94jCztWhj6irnlkkaTQEdC/PfSW4=" providerId="None" clId="Web-{9CE4711B-960C-42B7-AA41-EC20FEBA62C6}"/>
    <pc:docChg chg="addSld delSld modSld sldOrd">
      <pc:chgData name="Mark Wahrenburg" userId="X6t7/RYT3FEX7+A94jCztWhj6irnlkkaTQEdC/PfSW4=" providerId="None" clId="Web-{9CE4711B-960C-42B7-AA41-EC20FEBA62C6}" dt="2026-04-29T09:40:14.835" v="71" actId="20577"/>
      <pc:docMkLst>
        <pc:docMk/>
      </pc:docMkLst>
      <pc:sldChg chg="modSp">
        <pc:chgData name="Mark Wahrenburg" userId="X6t7/RYT3FEX7+A94jCztWhj6irnlkkaTQEdC/PfSW4=" providerId="None" clId="Web-{9CE4711B-960C-42B7-AA41-EC20FEBA62C6}" dt="2026-04-29T09:40:14.835" v="71" actId="20577"/>
        <pc:sldMkLst>
          <pc:docMk/>
          <pc:sldMk cId="0" sldId="256"/>
        </pc:sldMkLst>
        <pc:spChg chg="mod">
          <ac:chgData name="Mark Wahrenburg" userId="X6t7/RYT3FEX7+A94jCztWhj6irnlkkaTQEdC/PfSW4=" providerId="None" clId="Web-{9CE4711B-960C-42B7-AA41-EC20FEBA62C6}" dt="2026-04-29T09:40:14.835" v="71" actId="20577"/>
          <ac:spMkLst>
            <pc:docMk/>
            <pc:sldMk cId="0" sldId="256"/>
            <ac:spMk id="216" creationId="{00000000-0000-0000-0000-000000000000}"/>
          </ac:spMkLst>
        </pc:spChg>
      </pc:sldChg>
      <pc:sldChg chg="add del">
        <pc:chgData name="Mark Wahrenburg" userId="X6t7/RYT3FEX7+A94jCztWhj6irnlkkaTQEdC/PfSW4=" providerId="None" clId="Web-{9CE4711B-960C-42B7-AA41-EC20FEBA62C6}" dt="2026-04-29T09:37:46.851" v="1"/>
        <pc:sldMkLst>
          <pc:docMk/>
          <pc:sldMk cId="0" sldId="262"/>
        </pc:sldMkLst>
      </pc:sldChg>
      <pc:sldChg chg="modSp">
        <pc:chgData name="Mark Wahrenburg" userId="X6t7/RYT3FEX7+A94jCztWhj6irnlkkaTQEdC/PfSW4=" providerId="None" clId="Web-{9CE4711B-960C-42B7-AA41-EC20FEBA62C6}" dt="2026-04-29T09:39:26.319" v="60" actId="20577"/>
        <pc:sldMkLst>
          <pc:docMk/>
          <pc:sldMk cId="0" sldId="263"/>
        </pc:sldMkLst>
        <pc:spChg chg="mod">
          <ac:chgData name="Mark Wahrenburg" userId="X6t7/RYT3FEX7+A94jCztWhj6irnlkkaTQEdC/PfSW4=" providerId="None" clId="Web-{9CE4711B-960C-42B7-AA41-EC20FEBA62C6}" dt="2026-04-29T09:39:26.319" v="60" actId="20577"/>
          <ac:spMkLst>
            <pc:docMk/>
            <pc:sldMk cId="0" sldId="263"/>
            <ac:spMk id="266" creationId="{00000000-0000-0000-0000-000000000000}"/>
          </ac:spMkLst>
        </pc:spChg>
      </pc:sldChg>
      <pc:sldChg chg="ord">
        <pc:chgData name="Mark Wahrenburg" userId="X6t7/RYT3FEX7+A94jCztWhj6irnlkkaTQEdC/PfSW4=" providerId="None" clId="Web-{9CE4711B-960C-42B7-AA41-EC20FEBA62C6}" dt="2026-04-29T09:37:56.335" v="2"/>
        <pc:sldMkLst>
          <pc:docMk/>
          <pc:sldMk cId="3880115167" sldId="265"/>
        </pc:sldMkLst>
      </pc:sldChg>
    </pc:docChg>
  </pc:docChgLst>
  <pc:docChgLst>
    <pc:chgData name="Mark Wahrenburg" userId="X6t7/RYT3FEX7+A94jCztWhj6irnlkkaTQEdC/PfSW4=" providerId="None" clId="Web-{01366787-4941-45D4-9E19-3192762BB328}"/>
    <pc:docChg chg="modSld">
      <pc:chgData name="Mark Wahrenburg" userId="X6t7/RYT3FEX7+A94jCztWhj6irnlkkaTQEdC/PfSW4=" providerId="None" clId="Web-{01366787-4941-45D4-9E19-3192762BB328}" dt="2026-04-29T08:53:52.308" v="621" actId="20577"/>
      <pc:docMkLst>
        <pc:docMk/>
      </pc:docMkLst>
      <pc:sldChg chg="addSp modSp">
        <pc:chgData name="Mark Wahrenburg" userId="X6t7/RYT3FEX7+A94jCztWhj6irnlkkaTQEdC/PfSW4=" providerId="None" clId="Web-{01366787-4941-45D4-9E19-3192762BB328}" dt="2026-04-29T08:32:34.535" v="39" actId="1076"/>
        <pc:sldMkLst>
          <pc:docMk/>
          <pc:sldMk cId="0" sldId="256"/>
        </pc:sldMkLst>
        <pc:spChg chg="add mod">
          <ac:chgData name="Mark Wahrenburg" userId="X6t7/RYT3FEX7+A94jCztWhj6irnlkkaTQEdC/PfSW4=" providerId="None" clId="Web-{01366787-4941-45D4-9E19-3192762BB328}" dt="2026-04-29T08:32:34.535" v="39" actId="1076"/>
          <ac:spMkLst>
            <pc:docMk/>
            <pc:sldMk cId="0" sldId="256"/>
            <ac:spMk id="2" creationId="{E152C2AF-2DF6-C6A0-DDEB-E59CCB7B08A3}"/>
          </ac:spMkLst>
        </pc:spChg>
      </pc:sldChg>
      <pc:sldChg chg="modSp">
        <pc:chgData name="Mark Wahrenburg" userId="X6t7/RYT3FEX7+A94jCztWhj6irnlkkaTQEdC/PfSW4=" providerId="None" clId="Web-{01366787-4941-45D4-9E19-3192762BB328}" dt="2026-04-29T08:37:41.939" v="256" actId="20577"/>
        <pc:sldMkLst>
          <pc:docMk/>
          <pc:sldMk cId="0" sldId="257"/>
        </pc:sldMkLst>
        <pc:spChg chg="mod">
          <ac:chgData name="Mark Wahrenburg" userId="X6t7/RYT3FEX7+A94jCztWhj6irnlkkaTQEdC/PfSW4=" providerId="None" clId="Web-{01366787-4941-45D4-9E19-3192762BB328}" dt="2026-04-29T08:37:41.939" v="256" actId="20577"/>
          <ac:spMkLst>
            <pc:docMk/>
            <pc:sldMk cId="0" sldId="257"/>
            <ac:spMk id="223" creationId="{00000000-0000-0000-0000-000000000000}"/>
          </ac:spMkLst>
        </pc:spChg>
        <pc:spChg chg="mod">
          <ac:chgData name="Mark Wahrenburg" userId="X6t7/RYT3FEX7+A94jCztWhj6irnlkkaTQEdC/PfSW4=" providerId="None" clId="Web-{01366787-4941-45D4-9E19-3192762BB328}" dt="2026-04-29T08:30:34.770" v="11" actId="20577"/>
          <ac:spMkLst>
            <pc:docMk/>
            <pc:sldMk cId="0" sldId="257"/>
            <ac:spMk id="224" creationId="{00000000-0000-0000-0000-000000000000}"/>
          </ac:spMkLst>
        </pc:spChg>
      </pc:sldChg>
      <pc:sldChg chg="modSp">
        <pc:chgData name="Mark Wahrenburg" userId="X6t7/RYT3FEX7+A94jCztWhj6irnlkkaTQEdC/PfSW4=" providerId="None" clId="Web-{01366787-4941-45D4-9E19-3192762BB328}" dt="2026-04-29T08:38:48.891" v="277" actId="20577"/>
        <pc:sldMkLst>
          <pc:docMk/>
          <pc:sldMk cId="0" sldId="258"/>
        </pc:sldMkLst>
        <pc:spChg chg="mod">
          <ac:chgData name="Mark Wahrenburg" userId="X6t7/RYT3FEX7+A94jCztWhj6irnlkkaTQEdC/PfSW4=" providerId="None" clId="Web-{01366787-4941-45D4-9E19-3192762BB328}" dt="2026-04-29T08:38:48.891" v="277" actId="20577"/>
          <ac:spMkLst>
            <pc:docMk/>
            <pc:sldMk cId="0" sldId="258"/>
            <ac:spMk id="230" creationId="{00000000-0000-0000-0000-000000000000}"/>
          </ac:spMkLst>
        </pc:spChg>
      </pc:sldChg>
      <pc:sldChg chg="modSp">
        <pc:chgData name="Mark Wahrenburg" userId="X6t7/RYT3FEX7+A94jCztWhj6irnlkkaTQEdC/PfSW4=" providerId="None" clId="Web-{01366787-4941-45D4-9E19-3192762BB328}" dt="2026-04-29T08:53:52.308" v="621" actId="20577"/>
        <pc:sldMkLst>
          <pc:docMk/>
          <pc:sldMk cId="0" sldId="259"/>
        </pc:sldMkLst>
        <pc:spChg chg="mod">
          <ac:chgData name="Mark Wahrenburg" userId="X6t7/RYT3FEX7+A94jCztWhj6irnlkkaTQEdC/PfSW4=" providerId="None" clId="Web-{01366787-4941-45D4-9E19-3192762BB328}" dt="2026-04-29T08:53:52.308" v="621" actId="20577"/>
          <ac:spMkLst>
            <pc:docMk/>
            <pc:sldMk cId="0" sldId="259"/>
            <ac:spMk id="237" creationId="{00000000-0000-0000-0000-000000000000}"/>
          </ac:spMkLst>
        </pc:spChg>
      </pc:sldChg>
      <pc:sldChg chg="modSp">
        <pc:chgData name="Mark Wahrenburg" userId="X6t7/RYT3FEX7+A94jCztWhj6irnlkkaTQEdC/PfSW4=" providerId="None" clId="Web-{01366787-4941-45D4-9E19-3192762BB328}" dt="2026-04-29T08:50:30.996" v="563" actId="1076"/>
        <pc:sldMkLst>
          <pc:docMk/>
          <pc:sldMk cId="0" sldId="260"/>
        </pc:sldMkLst>
        <pc:spChg chg="mod">
          <ac:chgData name="Mark Wahrenburg" userId="X6t7/RYT3FEX7+A94jCztWhj6irnlkkaTQEdC/PfSW4=" providerId="None" clId="Web-{01366787-4941-45D4-9E19-3192762BB328}" dt="2026-04-29T08:50:22.980" v="561" actId="20577"/>
          <ac:spMkLst>
            <pc:docMk/>
            <pc:sldMk cId="0" sldId="260"/>
            <ac:spMk id="243" creationId="{00000000-0000-0000-0000-000000000000}"/>
          </ac:spMkLst>
        </pc:spChg>
        <pc:spChg chg="mod">
          <ac:chgData name="Mark Wahrenburg" userId="X6t7/RYT3FEX7+A94jCztWhj6irnlkkaTQEdC/PfSW4=" providerId="None" clId="Web-{01366787-4941-45D4-9E19-3192762BB328}" dt="2026-04-29T08:50:28.840" v="562" actId="1076"/>
          <ac:spMkLst>
            <pc:docMk/>
            <pc:sldMk cId="0" sldId="260"/>
            <ac:spMk id="244" creationId="{00000000-0000-0000-0000-000000000000}"/>
          </ac:spMkLst>
        </pc:spChg>
        <pc:picChg chg="mod">
          <ac:chgData name="Mark Wahrenburg" userId="X6t7/RYT3FEX7+A94jCztWhj6irnlkkaTQEdC/PfSW4=" providerId="None" clId="Web-{01366787-4941-45D4-9E19-3192762BB328}" dt="2026-04-29T08:50:30.996" v="563" actId="1076"/>
          <ac:picMkLst>
            <pc:docMk/>
            <pc:sldMk cId="0" sldId="260"/>
            <ac:picMk id="246" creationId="{00000000-0000-0000-0000-000000000000}"/>
          </ac:picMkLst>
        </pc:picChg>
      </pc:sldChg>
      <pc:sldChg chg="modSp">
        <pc:chgData name="Mark Wahrenburg" userId="X6t7/RYT3FEX7+A94jCztWhj6irnlkkaTQEdC/PfSW4=" providerId="None" clId="Web-{01366787-4941-45D4-9E19-3192762BB328}" dt="2026-04-29T08:52:02.605" v="612" actId="20577"/>
        <pc:sldMkLst>
          <pc:docMk/>
          <pc:sldMk cId="0" sldId="263"/>
        </pc:sldMkLst>
        <pc:spChg chg="mod">
          <ac:chgData name="Mark Wahrenburg" userId="X6t7/RYT3FEX7+A94jCztWhj6irnlkkaTQEdC/PfSW4=" providerId="None" clId="Web-{01366787-4941-45D4-9E19-3192762BB328}" dt="2026-04-29T08:52:02.605" v="612" actId="20577"/>
          <ac:spMkLst>
            <pc:docMk/>
            <pc:sldMk cId="0" sldId="263"/>
            <ac:spMk id="26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2943776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8550" y="1"/>
            <a:ext cx="2944863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19163" y="744538"/>
            <a:ext cx="4957762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668" y="4711384"/>
            <a:ext cx="5435165" cy="4463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0449"/>
            <a:ext cx="2943776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8550" y="9420449"/>
            <a:ext cx="2944863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:notes"/>
          <p:cNvSpPr/>
          <p:nvPr/>
        </p:nvSpPr>
        <p:spPr>
          <a:xfrm>
            <a:off x="5618160" y="6453360"/>
            <a:ext cx="4297320" cy="338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:notes"/>
          <p:cNvSpPr txBox="1">
            <a:spLocks noGrp="1"/>
          </p:cNvSpPr>
          <p:nvPr>
            <p:ph type="body" idx="1"/>
          </p:nvPr>
        </p:nvSpPr>
        <p:spPr>
          <a:xfrm>
            <a:off x="992160" y="3227400"/>
            <a:ext cx="7932600" cy="305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7762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:notes"/>
          <p:cNvSpPr txBox="1">
            <a:spLocks noGrp="1"/>
          </p:cNvSpPr>
          <p:nvPr>
            <p:ph type="body" idx="1"/>
          </p:nvPr>
        </p:nvSpPr>
        <p:spPr>
          <a:xfrm>
            <a:off x="679668" y="4711384"/>
            <a:ext cx="5435165" cy="44634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7762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:notes"/>
          <p:cNvSpPr txBox="1">
            <a:spLocks noGrp="1"/>
          </p:cNvSpPr>
          <p:nvPr>
            <p:ph type="body" idx="1"/>
          </p:nvPr>
        </p:nvSpPr>
        <p:spPr>
          <a:xfrm>
            <a:off x="679668" y="4711384"/>
            <a:ext cx="5435165" cy="44634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7762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D295322D-D993-C9D4-5652-2260B3908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:notes">
            <a:extLst>
              <a:ext uri="{FF2B5EF4-FFF2-40B4-BE49-F238E27FC236}">
                <a16:creationId xmlns:a16="http://schemas.microsoft.com/office/drawing/2014/main" id="{2B41DE32-C040-87EB-ABB7-D22D674725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668" y="4711384"/>
            <a:ext cx="5435165" cy="44634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4:notes">
            <a:extLst>
              <a:ext uri="{FF2B5EF4-FFF2-40B4-BE49-F238E27FC236}">
                <a16:creationId xmlns:a16="http://schemas.microsoft.com/office/drawing/2014/main" id="{5A6D2F5F-42A7-2F9E-F302-C400AF0847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7762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6998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84FEB478-9625-CCAF-C630-6116B9819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:notes">
            <a:extLst>
              <a:ext uri="{FF2B5EF4-FFF2-40B4-BE49-F238E27FC236}">
                <a16:creationId xmlns:a16="http://schemas.microsoft.com/office/drawing/2014/main" id="{08B561CB-3836-4131-A9A3-1ED07E6033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668" y="4711384"/>
            <a:ext cx="5435165" cy="44634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4:notes">
            <a:extLst>
              <a:ext uri="{FF2B5EF4-FFF2-40B4-BE49-F238E27FC236}">
                <a16:creationId xmlns:a16="http://schemas.microsoft.com/office/drawing/2014/main" id="{01942E93-B93F-F1A8-864A-1EC1D8589A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7762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227051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:notes"/>
          <p:cNvSpPr txBox="1">
            <a:spLocks noGrp="1"/>
          </p:cNvSpPr>
          <p:nvPr>
            <p:ph type="body" idx="1"/>
          </p:nvPr>
        </p:nvSpPr>
        <p:spPr>
          <a:xfrm>
            <a:off x="679668" y="4711384"/>
            <a:ext cx="5435165" cy="44634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7762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/>
          <p:cNvSpPr txBox="1">
            <a:spLocks noGrp="1"/>
          </p:cNvSpPr>
          <p:nvPr>
            <p:ph type="body" idx="1"/>
          </p:nvPr>
        </p:nvSpPr>
        <p:spPr>
          <a:xfrm>
            <a:off x="679668" y="4711384"/>
            <a:ext cx="5435165" cy="44634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7762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:notes"/>
          <p:cNvSpPr txBox="1">
            <a:spLocks noGrp="1"/>
          </p:cNvSpPr>
          <p:nvPr>
            <p:ph type="body" idx="1"/>
          </p:nvPr>
        </p:nvSpPr>
        <p:spPr>
          <a:xfrm>
            <a:off x="679668" y="4711384"/>
            <a:ext cx="5435165" cy="44634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7762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>
          <a:extLst>
            <a:ext uri="{FF2B5EF4-FFF2-40B4-BE49-F238E27FC236}">
              <a16:creationId xmlns:a16="http://schemas.microsoft.com/office/drawing/2014/main" id="{8F6E3A8D-ACB7-B02D-94D3-08B9754A8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:notes">
            <a:extLst>
              <a:ext uri="{FF2B5EF4-FFF2-40B4-BE49-F238E27FC236}">
                <a16:creationId xmlns:a16="http://schemas.microsoft.com/office/drawing/2014/main" id="{B8D98F17-8D59-4766-7306-193A17F35A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668" y="4711384"/>
            <a:ext cx="5435165" cy="44634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8:notes">
            <a:extLst>
              <a:ext uri="{FF2B5EF4-FFF2-40B4-BE49-F238E27FC236}">
                <a16:creationId xmlns:a16="http://schemas.microsoft.com/office/drawing/2014/main" id="{E4C26AA2-86B5-A227-72EC-940D00E601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7762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10373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>
          <a:extLst>
            <a:ext uri="{FF2B5EF4-FFF2-40B4-BE49-F238E27FC236}">
              <a16:creationId xmlns:a16="http://schemas.microsoft.com/office/drawing/2014/main" id="{99200BF9-459B-455C-EBDA-38683E9C4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7:notes">
            <a:extLst>
              <a:ext uri="{FF2B5EF4-FFF2-40B4-BE49-F238E27FC236}">
                <a16:creationId xmlns:a16="http://schemas.microsoft.com/office/drawing/2014/main" id="{C04197BA-BA8D-1CB2-9F1F-DFE2E2E5AE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668" y="4711384"/>
            <a:ext cx="5435165" cy="44634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7:notes">
            <a:extLst>
              <a:ext uri="{FF2B5EF4-FFF2-40B4-BE49-F238E27FC236}">
                <a16:creationId xmlns:a16="http://schemas.microsoft.com/office/drawing/2014/main" id="{99FA6FA1-F115-850D-48B5-724CC8F8B6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7762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68307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7:notes"/>
          <p:cNvSpPr txBox="1">
            <a:spLocks noGrp="1"/>
          </p:cNvSpPr>
          <p:nvPr>
            <p:ph type="body" idx="1"/>
          </p:nvPr>
        </p:nvSpPr>
        <p:spPr>
          <a:xfrm>
            <a:off x="679668" y="4711384"/>
            <a:ext cx="5435165" cy="44634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7762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:notes"/>
          <p:cNvSpPr txBox="1">
            <a:spLocks noGrp="1"/>
          </p:cNvSpPr>
          <p:nvPr>
            <p:ph type="body" idx="1"/>
          </p:nvPr>
        </p:nvSpPr>
        <p:spPr>
          <a:xfrm>
            <a:off x="679668" y="4711384"/>
            <a:ext cx="5435165" cy="44634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7762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sldNum" idx="12"/>
          </p:nvPr>
        </p:nvSpPr>
        <p:spPr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Inhalt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body" idx="1"/>
          </p:nvPr>
        </p:nvSpPr>
        <p:spPr>
          <a:xfrm>
            <a:off x="628650" y="1484784"/>
            <a:ext cx="8119814" cy="4692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sldNum" idx="12"/>
          </p:nvPr>
        </p:nvSpPr>
        <p:spPr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>
  <p:cSld name="Titelfoli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>
            <a:spLocks noGrp="1"/>
          </p:cNvSpPr>
          <p:nvPr>
            <p:ph type="ctrTitle"/>
          </p:nvPr>
        </p:nvSpPr>
        <p:spPr>
          <a:xfrm>
            <a:off x="467544" y="1611432"/>
            <a:ext cx="8280920" cy="289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ubTitle" idx="1"/>
          </p:nvPr>
        </p:nvSpPr>
        <p:spPr>
          <a:xfrm>
            <a:off x="467544" y="4725144"/>
            <a:ext cx="8280920" cy="1728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ctr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 Narrow"/>
              <a:buNone/>
              <a:defRPr sz="20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ctr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ctr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None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ctr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None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body" idx="2"/>
          </p:nvPr>
        </p:nvSpPr>
        <p:spPr>
          <a:xfrm>
            <a:off x="467544" y="404665"/>
            <a:ext cx="8280920" cy="1206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•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–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–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–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sldNum" idx="12"/>
          </p:nvPr>
        </p:nvSpPr>
        <p:spPr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el und Inhalt und Bild">
  <p:cSld name="1_Titel und Inhalt und Bild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 txBox="1"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body" idx="1"/>
          </p:nvPr>
        </p:nvSpPr>
        <p:spPr>
          <a:xfrm>
            <a:off x="628650" y="1484784"/>
            <a:ext cx="3727326" cy="4692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25" name="Google Shape;25;p14"/>
          <p:cNvSpPr>
            <a:spLocks noGrp="1"/>
          </p:cNvSpPr>
          <p:nvPr>
            <p:ph type="pic" idx="2"/>
          </p:nvPr>
        </p:nvSpPr>
        <p:spPr>
          <a:xfrm>
            <a:off x="4716463" y="1484313"/>
            <a:ext cx="4032250" cy="4681537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itat">
  <p:cSld name="Zita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628650" y="1628799"/>
            <a:ext cx="7886700" cy="3168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spcBef>
                <a:spcPts val="300"/>
              </a:spcBef>
              <a:spcAft>
                <a:spcPts val="0"/>
              </a:spcAft>
              <a:buSzPts val="1400"/>
              <a:buNone/>
              <a:defRPr sz="2400" b="0" i="1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0861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Arial Narrow"/>
              <a:buChar char="►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2"/>
          </p:nvPr>
        </p:nvSpPr>
        <p:spPr>
          <a:xfrm>
            <a:off x="4411662" y="4868863"/>
            <a:ext cx="410368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spcBef>
                <a:spcPts val="30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•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–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–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–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ei Inhalte">
  <p:cSld name="Zwei Inhalt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body" idx="1"/>
          </p:nvPr>
        </p:nvSpPr>
        <p:spPr>
          <a:xfrm>
            <a:off x="4716016" y="1484784"/>
            <a:ext cx="3727326" cy="4692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0861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Arial Narrow"/>
              <a:buChar char="►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2"/>
          </p:nvPr>
        </p:nvSpPr>
        <p:spPr>
          <a:xfrm>
            <a:off x="628650" y="1484784"/>
            <a:ext cx="3727326" cy="4692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sldNum" idx="12"/>
          </p:nvPr>
        </p:nvSpPr>
        <p:spPr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r Titel">
  <p:cSld name="Nur Titel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>
            <a:spLocks noGrp="1"/>
          </p:cNvSpPr>
          <p:nvPr>
            <p:ph type="title"/>
          </p:nvPr>
        </p:nvSpPr>
        <p:spPr>
          <a:xfrm>
            <a:off x="152400" y="116632"/>
            <a:ext cx="7239000" cy="49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sldNum" idx="12"/>
          </p:nvPr>
        </p:nvSpPr>
        <p:spPr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elfolie">
  <p:cSld name="1_Titelfolie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9"/>
          <p:cNvSpPr txBox="1">
            <a:spLocks noGrp="1"/>
          </p:cNvSpPr>
          <p:nvPr>
            <p:ph type="ctrTitle"/>
          </p:nvPr>
        </p:nvSpPr>
        <p:spPr>
          <a:xfrm>
            <a:off x="467544" y="1611432"/>
            <a:ext cx="8280920" cy="289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subTitle" idx="1"/>
          </p:nvPr>
        </p:nvSpPr>
        <p:spPr>
          <a:xfrm>
            <a:off x="467544" y="4725144"/>
            <a:ext cx="8280920" cy="1728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ctr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 Narrow"/>
              <a:buNone/>
              <a:defRPr sz="20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ctr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ctr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None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ctr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None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2"/>
          </p:nvPr>
        </p:nvSpPr>
        <p:spPr>
          <a:xfrm>
            <a:off x="467544" y="404665"/>
            <a:ext cx="8280920" cy="1206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•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–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–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–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821738" y="6669088"/>
            <a:ext cx="127000" cy="1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Zitat">
  <p:cSld name="1_Zita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1"/>
          <p:cNvSpPr txBox="1">
            <a:spLocks noGrp="1"/>
          </p:cNvSpPr>
          <p:nvPr>
            <p:ph type="title"/>
          </p:nvPr>
        </p:nvSpPr>
        <p:spPr>
          <a:xfrm>
            <a:off x="628650" y="44625"/>
            <a:ext cx="6607646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55" name="Google Shape;55;p21"/>
          <p:cNvSpPr txBox="1">
            <a:spLocks noGrp="1"/>
          </p:cNvSpPr>
          <p:nvPr>
            <p:ph type="body" idx="1"/>
          </p:nvPr>
        </p:nvSpPr>
        <p:spPr>
          <a:xfrm>
            <a:off x="628650" y="1628799"/>
            <a:ext cx="7886700" cy="3168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spcBef>
                <a:spcPts val="300"/>
              </a:spcBef>
              <a:spcAft>
                <a:spcPts val="0"/>
              </a:spcAft>
              <a:buSzPts val="1400"/>
              <a:buNone/>
              <a:defRPr sz="2400" b="0" i="1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0861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Arial Narrow"/>
              <a:buChar char="►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2"/>
          </p:nvPr>
        </p:nvSpPr>
        <p:spPr>
          <a:xfrm>
            <a:off x="4411662" y="4868863"/>
            <a:ext cx="410368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spcBef>
                <a:spcPts val="30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•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–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–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–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sldNum" idx="12"/>
          </p:nvPr>
        </p:nvSpPr>
        <p:spPr>
          <a:xfrm>
            <a:off x="8821738" y="6669088"/>
            <a:ext cx="127000" cy="1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Nur Titel">
  <p:cSld name="1_Nur Titel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>
            <a:spLocks noGrp="1"/>
          </p:cNvSpPr>
          <p:nvPr>
            <p:ph type="title"/>
          </p:nvPr>
        </p:nvSpPr>
        <p:spPr>
          <a:xfrm>
            <a:off x="628650" y="44625"/>
            <a:ext cx="6607646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8821738" y="6669088"/>
            <a:ext cx="127000" cy="1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>
  <p:cSld name="Titelfoli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 txBox="1">
            <a:spLocks noGrp="1"/>
          </p:cNvSpPr>
          <p:nvPr>
            <p:ph type="ctrTitle"/>
          </p:nvPr>
        </p:nvSpPr>
        <p:spPr>
          <a:xfrm>
            <a:off x="467544" y="1611432"/>
            <a:ext cx="8280920" cy="289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subTitle" idx="1"/>
          </p:nvPr>
        </p:nvSpPr>
        <p:spPr>
          <a:xfrm>
            <a:off x="467544" y="4725144"/>
            <a:ext cx="8280920" cy="1728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ctr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 Narrow"/>
              <a:buNone/>
              <a:defRPr sz="20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ctr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ctr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None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ctr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None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2"/>
          </p:nvPr>
        </p:nvSpPr>
        <p:spPr>
          <a:xfrm>
            <a:off x="467544" y="404665"/>
            <a:ext cx="8280920" cy="1206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•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–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–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–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ftr" idx="11"/>
          </p:nvPr>
        </p:nvSpPr>
        <p:spPr>
          <a:xfrm>
            <a:off x="1116013" y="6615113"/>
            <a:ext cx="7056437" cy="198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sldNum" idx="12"/>
          </p:nvPr>
        </p:nvSpPr>
        <p:spPr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Inhalt" type="obj">
  <p:cSld name="OBJEC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5"/>
          <p:cNvSpPr txBox="1"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body" idx="1"/>
          </p:nvPr>
        </p:nvSpPr>
        <p:spPr>
          <a:xfrm>
            <a:off x="628650" y="1484784"/>
            <a:ext cx="8119814" cy="4692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116013" y="6615113"/>
            <a:ext cx="7056437" cy="198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el und Inhalt und Bild">
  <p:cSld name="1_Titel und Inhalt und Bild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>
            <a:off x="628650" y="1484784"/>
            <a:ext cx="3727326" cy="4692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78" name="Google Shape;78;p26"/>
          <p:cNvSpPr>
            <a:spLocks noGrp="1"/>
          </p:cNvSpPr>
          <p:nvPr>
            <p:ph type="pic" idx="2"/>
          </p:nvPr>
        </p:nvSpPr>
        <p:spPr>
          <a:xfrm>
            <a:off x="4716463" y="1484313"/>
            <a:ext cx="4032250" cy="4681537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116013" y="6615113"/>
            <a:ext cx="7056437" cy="198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itat">
  <p:cSld name="Zita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>
            <a:off x="628650" y="1628799"/>
            <a:ext cx="7886700" cy="3168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spcBef>
                <a:spcPts val="300"/>
              </a:spcBef>
              <a:spcAft>
                <a:spcPts val="0"/>
              </a:spcAft>
              <a:buSzPts val="1400"/>
              <a:buNone/>
              <a:defRPr sz="2400" b="0" i="1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0861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Arial Narrow"/>
              <a:buChar char="►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body" idx="2"/>
          </p:nvPr>
        </p:nvSpPr>
        <p:spPr>
          <a:xfrm>
            <a:off x="4411662" y="4868863"/>
            <a:ext cx="410368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spcBef>
                <a:spcPts val="30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•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–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–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–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116013" y="6615113"/>
            <a:ext cx="7056437" cy="198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ei Inhalte">
  <p:cSld name="Zwei Inhalt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8"/>
          <p:cNvSpPr txBox="1"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89" name="Google Shape;89;p28"/>
          <p:cNvSpPr txBox="1">
            <a:spLocks noGrp="1"/>
          </p:cNvSpPr>
          <p:nvPr>
            <p:ph type="body" idx="1"/>
          </p:nvPr>
        </p:nvSpPr>
        <p:spPr>
          <a:xfrm>
            <a:off x="4716016" y="1484784"/>
            <a:ext cx="3727326" cy="4692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0861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Arial Narrow"/>
              <a:buChar char="►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90" name="Google Shape;90;p28"/>
          <p:cNvSpPr txBox="1">
            <a:spLocks noGrp="1"/>
          </p:cNvSpPr>
          <p:nvPr>
            <p:ph type="body" idx="2"/>
          </p:nvPr>
        </p:nvSpPr>
        <p:spPr>
          <a:xfrm>
            <a:off x="628650" y="1484784"/>
            <a:ext cx="3727326" cy="4692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91" name="Google Shape;91;p28"/>
          <p:cNvSpPr txBox="1">
            <a:spLocks noGrp="1"/>
          </p:cNvSpPr>
          <p:nvPr>
            <p:ph type="ftr" idx="11"/>
          </p:nvPr>
        </p:nvSpPr>
        <p:spPr>
          <a:xfrm>
            <a:off x="1116013" y="6615113"/>
            <a:ext cx="7056437" cy="198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8"/>
          <p:cNvSpPr txBox="1">
            <a:spLocks noGrp="1"/>
          </p:cNvSpPr>
          <p:nvPr>
            <p:ph type="sldNum" idx="12"/>
          </p:nvPr>
        </p:nvSpPr>
        <p:spPr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r Titel">
  <p:cSld name="Nur Titel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9"/>
          <p:cNvSpPr txBox="1"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95" name="Google Shape;95;p29"/>
          <p:cNvSpPr txBox="1">
            <a:spLocks noGrp="1"/>
          </p:cNvSpPr>
          <p:nvPr>
            <p:ph type="ftr" idx="11"/>
          </p:nvPr>
        </p:nvSpPr>
        <p:spPr>
          <a:xfrm>
            <a:off x="1116013" y="6615113"/>
            <a:ext cx="7056437" cy="198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9"/>
          <p:cNvSpPr txBox="1">
            <a:spLocks noGrp="1"/>
          </p:cNvSpPr>
          <p:nvPr>
            <p:ph type="sldNum" idx="12"/>
          </p:nvPr>
        </p:nvSpPr>
        <p:spPr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" type="blank">
  <p:cSld name="BLANK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0"/>
          <p:cNvSpPr txBox="1">
            <a:spLocks noGrp="1"/>
          </p:cNvSpPr>
          <p:nvPr>
            <p:ph type="ftr" idx="11"/>
          </p:nvPr>
        </p:nvSpPr>
        <p:spPr>
          <a:xfrm>
            <a:off x="1116013" y="6615113"/>
            <a:ext cx="7056437" cy="198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30"/>
          <p:cNvSpPr txBox="1">
            <a:spLocks noGrp="1"/>
          </p:cNvSpPr>
          <p:nvPr>
            <p:ph type="sldNum" idx="12"/>
          </p:nvPr>
        </p:nvSpPr>
        <p:spPr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el und Inhalt">
  <p:cSld name="1_Titel und Inhal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1"/>
          <p:cNvSpPr txBox="1">
            <a:spLocks noGrp="1"/>
          </p:cNvSpPr>
          <p:nvPr>
            <p:ph type="body" idx="1"/>
          </p:nvPr>
        </p:nvSpPr>
        <p:spPr>
          <a:xfrm>
            <a:off x="628650" y="1268760"/>
            <a:ext cx="7886700" cy="4908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02" name="Google Shape;102;p31"/>
          <p:cNvSpPr txBox="1">
            <a:spLocks noGrp="1"/>
          </p:cNvSpPr>
          <p:nvPr>
            <p:ph type="sldNum" idx="12"/>
          </p:nvPr>
        </p:nvSpPr>
        <p:spPr>
          <a:xfrm>
            <a:off x="8821738" y="6669088"/>
            <a:ext cx="127000" cy="1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03" name="Google Shape;103;p31"/>
          <p:cNvSpPr txBox="1">
            <a:spLocks noGrp="1"/>
          </p:cNvSpPr>
          <p:nvPr>
            <p:ph type="ftr" idx="11"/>
          </p:nvPr>
        </p:nvSpPr>
        <p:spPr>
          <a:xfrm>
            <a:off x="1116013" y="6615113"/>
            <a:ext cx="7056437" cy="20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elfolie">
  <p:cSld name="1_Titelfolie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2"/>
          <p:cNvSpPr txBox="1">
            <a:spLocks noGrp="1"/>
          </p:cNvSpPr>
          <p:nvPr>
            <p:ph type="ctrTitle"/>
          </p:nvPr>
        </p:nvSpPr>
        <p:spPr>
          <a:xfrm>
            <a:off x="467544" y="1611432"/>
            <a:ext cx="8280920" cy="289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06" name="Google Shape;106;p32"/>
          <p:cNvSpPr txBox="1">
            <a:spLocks noGrp="1"/>
          </p:cNvSpPr>
          <p:nvPr>
            <p:ph type="subTitle" idx="1"/>
          </p:nvPr>
        </p:nvSpPr>
        <p:spPr>
          <a:xfrm>
            <a:off x="467544" y="4725144"/>
            <a:ext cx="8280920" cy="1728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ctr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 Narrow"/>
              <a:buNone/>
              <a:defRPr sz="20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ctr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ctr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None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ctr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None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07" name="Google Shape;107;p32"/>
          <p:cNvSpPr txBox="1">
            <a:spLocks noGrp="1"/>
          </p:cNvSpPr>
          <p:nvPr>
            <p:ph type="body" idx="2"/>
          </p:nvPr>
        </p:nvSpPr>
        <p:spPr>
          <a:xfrm>
            <a:off x="467544" y="404665"/>
            <a:ext cx="8280920" cy="1206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•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–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–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–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08" name="Google Shape;108;p32"/>
          <p:cNvSpPr txBox="1">
            <a:spLocks noGrp="1"/>
          </p:cNvSpPr>
          <p:nvPr>
            <p:ph type="sldNum" idx="12"/>
          </p:nvPr>
        </p:nvSpPr>
        <p:spPr>
          <a:xfrm>
            <a:off x="8821738" y="6669088"/>
            <a:ext cx="127000" cy="1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09" name="Google Shape;109;p32"/>
          <p:cNvSpPr txBox="1">
            <a:spLocks noGrp="1"/>
          </p:cNvSpPr>
          <p:nvPr>
            <p:ph type="ftr" idx="11"/>
          </p:nvPr>
        </p:nvSpPr>
        <p:spPr>
          <a:xfrm>
            <a:off x="1116013" y="6615113"/>
            <a:ext cx="7056437" cy="20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el und Inhalt und Bild">
  <p:cSld name="2_Titel und Inhalt und Bild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3"/>
          <p:cNvSpPr txBox="1">
            <a:spLocks noGrp="1"/>
          </p:cNvSpPr>
          <p:nvPr>
            <p:ph type="title"/>
          </p:nvPr>
        </p:nvSpPr>
        <p:spPr>
          <a:xfrm>
            <a:off x="628650" y="44625"/>
            <a:ext cx="6607646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12" name="Google Shape;112;p33"/>
          <p:cNvSpPr txBox="1">
            <a:spLocks noGrp="1"/>
          </p:cNvSpPr>
          <p:nvPr>
            <p:ph type="body" idx="1"/>
          </p:nvPr>
        </p:nvSpPr>
        <p:spPr>
          <a:xfrm>
            <a:off x="628650" y="1484784"/>
            <a:ext cx="3727326" cy="4692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13" name="Google Shape;113;p33"/>
          <p:cNvSpPr>
            <a:spLocks noGrp="1"/>
          </p:cNvSpPr>
          <p:nvPr>
            <p:ph type="pic" idx="2"/>
          </p:nvPr>
        </p:nvSpPr>
        <p:spPr>
          <a:xfrm>
            <a:off x="4716463" y="1484313"/>
            <a:ext cx="4032250" cy="4681537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33"/>
          <p:cNvSpPr txBox="1">
            <a:spLocks noGrp="1"/>
          </p:cNvSpPr>
          <p:nvPr>
            <p:ph type="sldNum" idx="12"/>
          </p:nvPr>
        </p:nvSpPr>
        <p:spPr>
          <a:xfrm>
            <a:off x="8821738" y="6669088"/>
            <a:ext cx="127000" cy="1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15" name="Google Shape;115;p33"/>
          <p:cNvSpPr txBox="1">
            <a:spLocks noGrp="1"/>
          </p:cNvSpPr>
          <p:nvPr>
            <p:ph type="ftr" idx="11"/>
          </p:nvPr>
        </p:nvSpPr>
        <p:spPr>
          <a:xfrm>
            <a:off x="1116013" y="6615113"/>
            <a:ext cx="7056437" cy="20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Zitat">
  <p:cSld name="1_Zita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4"/>
          <p:cNvSpPr txBox="1">
            <a:spLocks noGrp="1"/>
          </p:cNvSpPr>
          <p:nvPr>
            <p:ph type="title"/>
          </p:nvPr>
        </p:nvSpPr>
        <p:spPr>
          <a:xfrm>
            <a:off x="628650" y="44625"/>
            <a:ext cx="6607646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18" name="Google Shape;118;p34"/>
          <p:cNvSpPr txBox="1">
            <a:spLocks noGrp="1"/>
          </p:cNvSpPr>
          <p:nvPr>
            <p:ph type="body" idx="1"/>
          </p:nvPr>
        </p:nvSpPr>
        <p:spPr>
          <a:xfrm>
            <a:off x="628650" y="1628799"/>
            <a:ext cx="7886700" cy="3168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spcBef>
                <a:spcPts val="300"/>
              </a:spcBef>
              <a:spcAft>
                <a:spcPts val="0"/>
              </a:spcAft>
              <a:buSzPts val="1400"/>
              <a:buNone/>
              <a:defRPr sz="2400" b="0" i="1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0861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Arial Narrow"/>
              <a:buChar char="►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19" name="Google Shape;119;p34"/>
          <p:cNvSpPr txBox="1">
            <a:spLocks noGrp="1"/>
          </p:cNvSpPr>
          <p:nvPr>
            <p:ph type="body" idx="2"/>
          </p:nvPr>
        </p:nvSpPr>
        <p:spPr>
          <a:xfrm>
            <a:off x="4411662" y="4868863"/>
            <a:ext cx="410368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spcBef>
                <a:spcPts val="30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•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–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–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–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20" name="Google Shape;120;p34"/>
          <p:cNvSpPr txBox="1">
            <a:spLocks noGrp="1"/>
          </p:cNvSpPr>
          <p:nvPr>
            <p:ph type="sldNum" idx="12"/>
          </p:nvPr>
        </p:nvSpPr>
        <p:spPr>
          <a:xfrm>
            <a:off x="8821738" y="6669088"/>
            <a:ext cx="127000" cy="1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21" name="Google Shape;121;p34"/>
          <p:cNvSpPr txBox="1">
            <a:spLocks noGrp="1"/>
          </p:cNvSpPr>
          <p:nvPr>
            <p:ph type="ftr" idx="11"/>
          </p:nvPr>
        </p:nvSpPr>
        <p:spPr>
          <a:xfrm>
            <a:off x="1116013" y="6615113"/>
            <a:ext cx="7056437" cy="20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Nur Titel">
  <p:cSld name="1_Nur Titel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5"/>
          <p:cNvSpPr txBox="1">
            <a:spLocks noGrp="1"/>
          </p:cNvSpPr>
          <p:nvPr>
            <p:ph type="title"/>
          </p:nvPr>
        </p:nvSpPr>
        <p:spPr>
          <a:xfrm>
            <a:off x="628650" y="44625"/>
            <a:ext cx="6607646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24" name="Google Shape;124;p35"/>
          <p:cNvSpPr txBox="1">
            <a:spLocks noGrp="1"/>
          </p:cNvSpPr>
          <p:nvPr>
            <p:ph type="sldNum" idx="12"/>
          </p:nvPr>
        </p:nvSpPr>
        <p:spPr>
          <a:xfrm>
            <a:off x="8821738" y="6669088"/>
            <a:ext cx="127000" cy="1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25" name="Google Shape;125;p35"/>
          <p:cNvSpPr txBox="1">
            <a:spLocks noGrp="1"/>
          </p:cNvSpPr>
          <p:nvPr>
            <p:ph type="ftr" idx="11"/>
          </p:nvPr>
        </p:nvSpPr>
        <p:spPr>
          <a:xfrm>
            <a:off x="1116013" y="6615113"/>
            <a:ext cx="7056437" cy="20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>
  <p:cSld name="Titelfolie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7"/>
          <p:cNvSpPr txBox="1">
            <a:spLocks noGrp="1"/>
          </p:cNvSpPr>
          <p:nvPr>
            <p:ph type="ctrTitle"/>
          </p:nvPr>
        </p:nvSpPr>
        <p:spPr>
          <a:xfrm>
            <a:off x="467544" y="1611432"/>
            <a:ext cx="8280920" cy="289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31" name="Google Shape;131;p37"/>
          <p:cNvSpPr txBox="1">
            <a:spLocks noGrp="1"/>
          </p:cNvSpPr>
          <p:nvPr>
            <p:ph type="subTitle" idx="1"/>
          </p:nvPr>
        </p:nvSpPr>
        <p:spPr>
          <a:xfrm>
            <a:off x="467544" y="4725144"/>
            <a:ext cx="8280920" cy="1728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ctr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 Narrow"/>
              <a:buNone/>
              <a:defRPr sz="20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ctr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ctr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None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ctr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None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32" name="Google Shape;132;p37"/>
          <p:cNvSpPr txBox="1">
            <a:spLocks noGrp="1"/>
          </p:cNvSpPr>
          <p:nvPr>
            <p:ph type="body" idx="2"/>
          </p:nvPr>
        </p:nvSpPr>
        <p:spPr>
          <a:xfrm>
            <a:off x="467544" y="404665"/>
            <a:ext cx="8280920" cy="1206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•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–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–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–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33" name="Google Shape;133;p37"/>
          <p:cNvSpPr txBox="1">
            <a:spLocks noGrp="1"/>
          </p:cNvSpPr>
          <p:nvPr>
            <p:ph type="ftr" idx="11"/>
          </p:nvPr>
        </p:nvSpPr>
        <p:spPr>
          <a:xfrm>
            <a:off x="1116013" y="6615113"/>
            <a:ext cx="7056437" cy="198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7"/>
          <p:cNvSpPr txBox="1">
            <a:spLocks noGrp="1"/>
          </p:cNvSpPr>
          <p:nvPr>
            <p:ph type="sldNum" idx="12"/>
          </p:nvPr>
        </p:nvSpPr>
        <p:spPr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Inhalt" type="obj">
  <p:cSld name="OBJEC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8"/>
          <p:cNvSpPr txBox="1"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37" name="Google Shape;137;p38"/>
          <p:cNvSpPr txBox="1">
            <a:spLocks noGrp="1"/>
          </p:cNvSpPr>
          <p:nvPr>
            <p:ph type="body" idx="1"/>
          </p:nvPr>
        </p:nvSpPr>
        <p:spPr>
          <a:xfrm>
            <a:off x="628650" y="1484784"/>
            <a:ext cx="8119814" cy="4692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38" name="Google Shape;138;p38"/>
          <p:cNvSpPr txBox="1">
            <a:spLocks noGrp="1"/>
          </p:cNvSpPr>
          <p:nvPr>
            <p:ph type="ftr" idx="11"/>
          </p:nvPr>
        </p:nvSpPr>
        <p:spPr>
          <a:xfrm>
            <a:off x="1116013" y="6615113"/>
            <a:ext cx="7056437" cy="198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8"/>
          <p:cNvSpPr txBox="1">
            <a:spLocks noGrp="1"/>
          </p:cNvSpPr>
          <p:nvPr>
            <p:ph type="sldNum" idx="12"/>
          </p:nvPr>
        </p:nvSpPr>
        <p:spPr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el und Inhalt und Bild">
  <p:cSld name="1_Titel und Inhalt und Bild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9"/>
          <p:cNvSpPr txBox="1"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42" name="Google Shape;142;p39"/>
          <p:cNvSpPr txBox="1">
            <a:spLocks noGrp="1"/>
          </p:cNvSpPr>
          <p:nvPr>
            <p:ph type="body" idx="1"/>
          </p:nvPr>
        </p:nvSpPr>
        <p:spPr>
          <a:xfrm>
            <a:off x="628650" y="1484784"/>
            <a:ext cx="3727326" cy="4692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43" name="Google Shape;143;p39"/>
          <p:cNvSpPr>
            <a:spLocks noGrp="1"/>
          </p:cNvSpPr>
          <p:nvPr>
            <p:ph type="pic" idx="2"/>
          </p:nvPr>
        </p:nvSpPr>
        <p:spPr>
          <a:xfrm>
            <a:off x="4716463" y="1484313"/>
            <a:ext cx="4032250" cy="4681537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9"/>
          <p:cNvSpPr txBox="1">
            <a:spLocks noGrp="1"/>
          </p:cNvSpPr>
          <p:nvPr>
            <p:ph type="ftr" idx="11"/>
          </p:nvPr>
        </p:nvSpPr>
        <p:spPr>
          <a:xfrm>
            <a:off x="1116013" y="6615113"/>
            <a:ext cx="7056437" cy="198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9"/>
          <p:cNvSpPr txBox="1">
            <a:spLocks noGrp="1"/>
          </p:cNvSpPr>
          <p:nvPr>
            <p:ph type="sldNum" idx="12"/>
          </p:nvPr>
        </p:nvSpPr>
        <p:spPr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itat">
  <p:cSld name="Zitat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0"/>
          <p:cNvSpPr txBox="1"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48" name="Google Shape;148;p40"/>
          <p:cNvSpPr txBox="1">
            <a:spLocks noGrp="1"/>
          </p:cNvSpPr>
          <p:nvPr>
            <p:ph type="body" idx="1"/>
          </p:nvPr>
        </p:nvSpPr>
        <p:spPr>
          <a:xfrm>
            <a:off x="628650" y="1628799"/>
            <a:ext cx="7886700" cy="3168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spcBef>
                <a:spcPts val="300"/>
              </a:spcBef>
              <a:spcAft>
                <a:spcPts val="0"/>
              </a:spcAft>
              <a:buSzPts val="1400"/>
              <a:buNone/>
              <a:defRPr sz="2400" b="0" i="1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0861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Arial Narrow"/>
              <a:buChar char="►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49" name="Google Shape;149;p40"/>
          <p:cNvSpPr txBox="1">
            <a:spLocks noGrp="1"/>
          </p:cNvSpPr>
          <p:nvPr>
            <p:ph type="body" idx="2"/>
          </p:nvPr>
        </p:nvSpPr>
        <p:spPr>
          <a:xfrm>
            <a:off x="4411662" y="4868863"/>
            <a:ext cx="410368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spcBef>
                <a:spcPts val="30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•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–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–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–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50" name="Google Shape;150;p40"/>
          <p:cNvSpPr txBox="1">
            <a:spLocks noGrp="1"/>
          </p:cNvSpPr>
          <p:nvPr>
            <p:ph type="ftr" idx="11"/>
          </p:nvPr>
        </p:nvSpPr>
        <p:spPr>
          <a:xfrm>
            <a:off x="1116013" y="6615113"/>
            <a:ext cx="7056437" cy="198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40"/>
          <p:cNvSpPr txBox="1">
            <a:spLocks noGrp="1"/>
          </p:cNvSpPr>
          <p:nvPr>
            <p:ph type="sldNum" idx="12"/>
          </p:nvPr>
        </p:nvSpPr>
        <p:spPr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ei Inhalte">
  <p:cSld name="Zwei Inhalte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1"/>
          <p:cNvSpPr txBox="1"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54" name="Google Shape;154;p41"/>
          <p:cNvSpPr txBox="1">
            <a:spLocks noGrp="1"/>
          </p:cNvSpPr>
          <p:nvPr>
            <p:ph type="body" idx="1"/>
          </p:nvPr>
        </p:nvSpPr>
        <p:spPr>
          <a:xfrm>
            <a:off x="4716016" y="1484784"/>
            <a:ext cx="3727326" cy="4692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0861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Arial Narrow"/>
              <a:buChar char="►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55" name="Google Shape;155;p41"/>
          <p:cNvSpPr txBox="1">
            <a:spLocks noGrp="1"/>
          </p:cNvSpPr>
          <p:nvPr>
            <p:ph type="body" idx="2"/>
          </p:nvPr>
        </p:nvSpPr>
        <p:spPr>
          <a:xfrm>
            <a:off x="628650" y="1484784"/>
            <a:ext cx="3727326" cy="4692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56" name="Google Shape;156;p41"/>
          <p:cNvSpPr txBox="1">
            <a:spLocks noGrp="1"/>
          </p:cNvSpPr>
          <p:nvPr>
            <p:ph type="ftr" idx="11"/>
          </p:nvPr>
        </p:nvSpPr>
        <p:spPr>
          <a:xfrm>
            <a:off x="1116013" y="6615113"/>
            <a:ext cx="7056437" cy="198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41"/>
          <p:cNvSpPr txBox="1">
            <a:spLocks noGrp="1"/>
          </p:cNvSpPr>
          <p:nvPr>
            <p:ph type="sldNum" idx="12"/>
          </p:nvPr>
        </p:nvSpPr>
        <p:spPr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r Titel">
  <p:cSld name="Nur Titel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2"/>
          <p:cNvSpPr txBox="1"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60" name="Google Shape;160;p42"/>
          <p:cNvSpPr txBox="1">
            <a:spLocks noGrp="1"/>
          </p:cNvSpPr>
          <p:nvPr>
            <p:ph type="ftr" idx="11"/>
          </p:nvPr>
        </p:nvSpPr>
        <p:spPr>
          <a:xfrm>
            <a:off x="1116013" y="6615113"/>
            <a:ext cx="7056437" cy="198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42"/>
          <p:cNvSpPr txBox="1">
            <a:spLocks noGrp="1"/>
          </p:cNvSpPr>
          <p:nvPr>
            <p:ph type="sldNum" idx="12"/>
          </p:nvPr>
        </p:nvSpPr>
        <p:spPr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" type="blank">
  <p:cSld name="BLANK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3"/>
          <p:cNvSpPr txBox="1">
            <a:spLocks noGrp="1"/>
          </p:cNvSpPr>
          <p:nvPr>
            <p:ph type="ftr" idx="11"/>
          </p:nvPr>
        </p:nvSpPr>
        <p:spPr>
          <a:xfrm>
            <a:off x="1116013" y="6615113"/>
            <a:ext cx="7056437" cy="198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43"/>
          <p:cNvSpPr txBox="1">
            <a:spLocks noGrp="1"/>
          </p:cNvSpPr>
          <p:nvPr>
            <p:ph type="sldNum" idx="12"/>
          </p:nvPr>
        </p:nvSpPr>
        <p:spPr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el und Inhalt">
  <p:cSld name="1_Titel und Inhal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4"/>
          <p:cNvSpPr txBox="1">
            <a:spLocks noGrp="1"/>
          </p:cNvSpPr>
          <p:nvPr>
            <p:ph type="body" idx="1"/>
          </p:nvPr>
        </p:nvSpPr>
        <p:spPr>
          <a:xfrm>
            <a:off x="628650" y="1268760"/>
            <a:ext cx="7886700" cy="4908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67" name="Google Shape;167;p44"/>
          <p:cNvSpPr txBox="1">
            <a:spLocks noGrp="1"/>
          </p:cNvSpPr>
          <p:nvPr>
            <p:ph type="sldNum" idx="12"/>
          </p:nvPr>
        </p:nvSpPr>
        <p:spPr>
          <a:xfrm>
            <a:off x="8821738" y="6669088"/>
            <a:ext cx="127000" cy="1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68" name="Google Shape;168;p44"/>
          <p:cNvSpPr txBox="1">
            <a:spLocks noGrp="1"/>
          </p:cNvSpPr>
          <p:nvPr>
            <p:ph type="ftr" idx="11"/>
          </p:nvPr>
        </p:nvSpPr>
        <p:spPr>
          <a:xfrm>
            <a:off x="1116013" y="6615113"/>
            <a:ext cx="7056437" cy="20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elfolie">
  <p:cSld name="1_Titelfolie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5"/>
          <p:cNvSpPr txBox="1">
            <a:spLocks noGrp="1"/>
          </p:cNvSpPr>
          <p:nvPr>
            <p:ph type="ctrTitle"/>
          </p:nvPr>
        </p:nvSpPr>
        <p:spPr>
          <a:xfrm>
            <a:off x="467544" y="1611432"/>
            <a:ext cx="8280920" cy="289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71" name="Google Shape;171;p45"/>
          <p:cNvSpPr txBox="1">
            <a:spLocks noGrp="1"/>
          </p:cNvSpPr>
          <p:nvPr>
            <p:ph type="subTitle" idx="1"/>
          </p:nvPr>
        </p:nvSpPr>
        <p:spPr>
          <a:xfrm>
            <a:off x="467544" y="4725144"/>
            <a:ext cx="8280920" cy="1728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ctr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 Narrow"/>
              <a:buNone/>
              <a:defRPr sz="20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ctr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ctr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None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ctr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None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72" name="Google Shape;172;p45"/>
          <p:cNvSpPr txBox="1">
            <a:spLocks noGrp="1"/>
          </p:cNvSpPr>
          <p:nvPr>
            <p:ph type="body" idx="2"/>
          </p:nvPr>
        </p:nvSpPr>
        <p:spPr>
          <a:xfrm>
            <a:off x="467544" y="404665"/>
            <a:ext cx="8280920" cy="1206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•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–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–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–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73" name="Google Shape;173;p45"/>
          <p:cNvSpPr txBox="1">
            <a:spLocks noGrp="1"/>
          </p:cNvSpPr>
          <p:nvPr>
            <p:ph type="sldNum" idx="12"/>
          </p:nvPr>
        </p:nvSpPr>
        <p:spPr>
          <a:xfrm>
            <a:off x="8821738" y="6669088"/>
            <a:ext cx="127000" cy="1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74" name="Google Shape;174;p45"/>
          <p:cNvSpPr txBox="1">
            <a:spLocks noGrp="1"/>
          </p:cNvSpPr>
          <p:nvPr>
            <p:ph type="ftr" idx="11"/>
          </p:nvPr>
        </p:nvSpPr>
        <p:spPr>
          <a:xfrm>
            <a:off x="1116013" y="6615113"/>
            <a:ext cx="7056437" cy="20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el und Inhalt und Bild">
  <p:cSld name="2_Titel und Inhalt und Bild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6"/>
          <p:cNvSpPr txBox="1">
            <a:spLocks noGrp="1"/>
          </p:cNvSpPr>
          <p:nvPr>
            <p:ph type="title"/>
          </p:nvPr>
        </p:nvSpPr>
        <p:spPr>
          <a:xfrm>
            <a:off x="628650" y="44625"/>
            <a:ext cx="6607646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77" name="Google Shape;177;p46"/>
          <p:cNvSpPr txBox="1">
            <a:spLocks noGrp="1"/>
          </p:cNvSpPr>
          <p:nvPr>
            <p:ph type="body" idx="1"/>
          </p:nvPr>
        </p:nvSpPr>
        <p:spPr>
          <a:xfrm>
            <a:off x="628650" y="1484784"/>
            <a:ext cx="3727326" cy="4692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78" name="Google Shape;178;p46"/>
          <p:cNvSpPr>
            <a:spLocks noGrp="1"/>
          </p:cNvSpPr>
          <p:nvPr>
            <p:ph type="pic" idx="2"/>
          </p:nvPr>
        </p:nvSpPr>
        <p:spPr>
          <a:xfrm>
            <a:off x="4716463" y="1484313"/>
            <a:ext cx="4032250" cy="4681537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46"/>
          <p:cNvSpPr txBox="1">
            <a:spLocks noGrp="1"/>
          </p:cNvSpPr>
          <p:nvPr>
            <p:ph type="sldNum" idx="12"/>
          </p:nvPr>
        </p:nvSpPr>
        <p:spPr>
          <a:xfrm>
            <a:off x="8821738" y="6669088"/>
            <a:ext cx="127000" cy="1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80" name="Google Shape;180;p46"/>
          <p:cNvSpPr txBox="1">
            <a:spLocks noGrp="1"/>
          </p:cNvSpPr>
          <p:nvPr>
            <p:ph type="ftr" idx="11"/>
          </p:nvPr>
        </p:nvSpPr>
        <p:spPr>
          <a:xfrm>
            <a:off x="1116013" y="6615113"/>
            <a:ext cx="7056437" cy="20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Zitat">
  <p:cSld name="1_Zitat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7"/>
          <p:cNvSpPr txBox="1">
            <a:spLocks noGrp="1"/>
          </p:cNvSpPr>
          <p:nvPr>
            <p:ph type="title"/>
          </p:nvPr>
        </p:nvSpPr>
        <p:spPr>
          <a:xfrm>
            <a:off x="628650" y="44625"/>
            <a:ext cx="6607646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83" name="Google Shape;183;p47"/>
          <p:cNvSpPr txBox="1">
            <a:spLocks noGrp="1"/>
          </p:cNvSpPr>
          <p:nvPr>
            <p:ph type="body" idx="1"/>
          </p:nvPr>
        </p:nvSpPr>
        <p:spPr>
          <a:xfrm>
            <a:off x="628650" y="1628799"/>
            <a:ext cx="7886700" cy="3168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spcBef>
                <a:spcPts val="300"/>
              </a:spcBef>
              <a:spcAft>
                <a:spcPts val="0"/>
              </a:spcAft>
              <a:buSzPts val="1400"/>
              <a:buNone/>
              <a:defRPr sz="2400" b="0" i="1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0861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Arial Narrow"/>
              <a:buChar char="►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84" name="Google Shape;184;p47"/>
          <p:cNvSpPr txBox="1">
            <a:spLocks noGrp="1"/>
          </p:cNvSpPr>
          <p:nvPr>
            <p:ph type="body" idx="2"/>
          </p:nvPr>
        </p:nvSpPr>
        <p:spPr>
          <a:xfrm>
            <a:off x="4411662" y="4868863"/>
            <a:ext cx="410368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spcBef>
                <a:spcPts val="30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•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–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–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302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Char char="–"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85" name="Google Shape;185;p47"/>
          <p:cNvSpPr txBox="1">
            <a:spLocks noGrp="1"/>
          </p:cNvSpPr>
          <p:nvPr>
            <p:ph type="sldNum" idx="12"/>
          </p:nvPr>
        </p:nvSpPr>
        <p:spPr>
          <a:xfrm>
            <a:off x="8821738" y="6669088"/>
            <a:ext cx="127000" cy="1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86" name="Google Shape;186;p47"/>
          <p:cNvSpPr txBox="1">
            <a:spLocks noGrp="1"/>
          </p:cNvSpPr>
          <p:nvPr>
            <p:ph type="ftr" idx="11"/>
          </p:nvPr>
        </p:nvSpPr>
        <p:spPr>
          <a:xfrm>
            <a:off x="1116013" y="6615113"/>
            <a:ext cx="7056437" cy="20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Nur Titel">
  <p:cSld name="1_Nur Titel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8"/>
          <p:cNvSpPr txBox="1">
            <a:spLocks noGrp="1"/>
          </p:cNvSpPr>
          <p:nvPr>
            <p:ph type="title"/>
          </p:nvPr>
        </p:nvSpPr>
        <p:spPr>
          <a:xfrm>
            <a:off x="628650" y="44625"/>
            <a:ext cx="6607646" cy="86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89" name="Google Shape;189;p48"/>
          <p:cNvSpPr txBox="1">
            <a:spLocks noGrp="1"/>
          </p:cNvSpPr>
          <p:nvPr>
            <p:ph type="sldNum" idx="12"/>
          </p:nvPr>
        </p:nvSpPr>
        <p:spPr>
          <a:xfrm>
            <a:off x="8821738" y="6669088"/>
            <a:ext cx="127000" cy="1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90" name="Google Shape;190;p48"/>
          <p:cNvSpPr txBox="1">
            <a:spLocks noGrp="1"/>
          </p:cNvSpPr>
          <p:nvPr>
            <p:ph type="ftr" idx="11"/>
          </p:nvPr>
        </p:nvSpPr>
        <p:spPr>
          <a:xfrm>
            <a:off x="1116013" y="6615113"/>
            <a:ext cx="7056437" cy="20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93" name="Google Shape;193;p4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810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 Narrow"/>
              <a:buChar char="•"/>
              <a:defRPr sz="24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556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 Narrow"/>
              <a:buChar char="–"/>
              <a:defRPr sz="20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94" name="Google Shape;194;p4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810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 Narrow"/>
              <a:buChar char="•"/>
              <a:defRPr sz="24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556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 Narrow"/>
              <a:buChar char="–"/>
              <a:defRPr sz="20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 Narrow"/>
              <a:buChar char="–"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95" name="Google Shape;195;p49"/>
          <p:cNvSpPr txBox="1">
            <a:spLocks noGrp="1"/>
          </p:cNvSpPr>
          <p:nvPr>
            <p:ph type="ftr" idx="11"/>
          </p:nvPr>
        </p:nvSpPr>
        <p:spPr>
          <a:xfrm>
            <a:off x="1116013" y="6615113"/>
            <a:ext cx="7056437" cy="20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49"/>
          <p:cNvSpPr txBox="1">
            <a:spLocks noGrp="1"/>
          </p:cNvSpPr>
          <p:nvPr>
            <p:ph type="sldNum" idx="12"/>
          </p:nvPr>
        </p:nvSpPr>
        <p:spPr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99" name="Google Shape;199;p5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None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ctr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None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ctr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None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ctr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None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ctr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 Narrow"/>
              <a:buNone/>
              <a:defRPr sz="16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200" name="Google Shape;200;p50"/>
          <p:cNvSpPr txBox="1">
            <a:spLocks noGrp="1"/>
          </p:cNvSpPr>
          <p:nvPr>
            <p:ph type="ftr" idx="11"/>
          </p:nvPr>
        </p:nvSpPr>
        <p:spPr>
          <a:xfrm>
            <a:off x="1116013" y="6615113"/>
            <a:ext cx="7056437" cy="20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50"/>
          <p:cNvSpPr txBox="1">
            <a:spLocks noGrp="1"/>
          </p:cNvSpPr>
          <p:nvPr>
            <p:ph type="sldNum" idx="12"/>
          </p:nvPr>
        </p:nvSpPr>
        <p:spPr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204" name="Google Shape;204;p51"/>
          <p:cNvSpPr txBox="1">
            <a:spLocks noGrp="1"/>
          </p:cNvSpPr>
          <p:nvPr>
            <p:ph type="ftr" idx="11"/>
          </p:nvPr>
        </p:nvSpPr>
        <p:spPr>
          <a:xfrm>
            <a:off x="1116013" y="6615113"/>
            <a:ext cx="7056437" cy="20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51"/>
          <p:cNvSpPr txBox="1">
            <a:spLocks noGrp="1"/>
          </p:cNvSpPr>
          <p:nvPr>
            <p:ph type="sldNum" idx="12"/>
          </p:nvPr>
        </p:nvSpPr>
        <p:spPr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 type="tbl">
  <p:cSld name="TABLE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208" name="Google Shape;208;p52"/>
          <p:cNvSpPr>
            <a:spLocks noGrp="1"/>
          </p:cNvSpPr>
          <p:nvPr>
            <p:ph type="tbl" idx="2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209" name="Google Shape;209;p52"/>
          <p:cNvSpPr txBox="1">
            <a:spLocks noGrp="1"/>
          </p:cNvSpPr>
          <p:nvPr>
            <p:ph type="ftr" idx="11"/>
          </p:nvPr>
        </p:nvSpPr>
        <p:spPr>
          <a:xfrm>
            <a:off x="1116013" y="6615113"/>
            <a:ext cx="7056437" cy="20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52"/>
          <p:cNvSpPr txBox="1">
            <a:spLocks noGrp="1"/>
          </p:cNvSpPr>
          <p:nvPr>
            <p:ph type="sldNum" idx="12"/>
          </p:nvPr>
        </p:nvSpPr>
        <p:spPr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9" r:id="rId9"/>
    <p:sldLayoutId id="214748366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>
            <a:spLocks noGrp="1"/>
          </p:cNvSpPr>
          <p:nvPr>
            <p:ph type="sldNum" idx="12"/>
          </p:nvPr>
        </p:nvSpPr>
        <p:spPr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ftr" idx="11"/>
          </p:nvPr>
        </p:nvSpPr>
        <p:spPr>
          <a:xfrm>
            <a:off x="1116013" y="6615113"/>
            <a:ext cx="7056437" cy="20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8">
            <a:alphaModFix/>
          </a:blip>
          <a:stretch>
            <a:fillRect/>
          </a:stretch>
        </a:blip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6"/>
          <p:cNvSpPr txBox="1">
            <a:spLocks noGrp="1"/>
          </p:cNvSpPr>
          <p:nvPr>
            <p:ph type="sldNum" idx="12"/>
          </p:nvPr>
        </p:nvSpPr>
        <p:spPr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28" name="Google Shape;128;p36"/>
          <p:cNvSpPr txBox="1">
            <a:spLocks noGrp="1"/>
          </p:cNvSpPr>
          <p:nvPr>
            <p:ph type="ftr" idx="11"/>
          </p:nvPr>
        </p:nvSpPr>
        <p:spPr>
          <a:xfrm>
            <a:off x="1116013" y="6615113"/>
            <a:ext cx="7056437" cy="20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scispace.com/" TargetMode="External"/><Relationship Id="rId3" Type="http://schemas.openxmlformats.org/officeDocument/2006/relationships/hyperlink" Target="https://scholar.google.com/" TargetMode="External"/><Relationship Id="rId7" Type="http://schemas.openxmlformats.org/officeDocument/2006/relationships/hyperlink" Target="https://www.openread.academy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licit.com/?redirected=true" TargetMode="External"/><Relationship Id="rId5" Type="http://schemas.openxmlformats.org/officeDocument/2006/relationships/hyperlink" Target="https://www.ssrn.com/ssrn/" TargetMode="External"/><Relationship Id="rId4" Type="http://schemas.openxmlformats.org/officeDocument/2006/relationships/hyperlink" Target="https://www.jstor.org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ubffm.hds.hebis.de/Record/HEB534292097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deepl.com/en/translator" TargetMode="External"/><Relationship Id="rId5" Type="http://schemas.openxmlformats.org/officeDocument/2006/relationships/hyperlink" Target="https://www.old.wiwi.uni-frankfurt.de/de/abteilungen/finance/lehrstuhl/prof-dr-mark-wahrenburg/writing-guidelines.html" TargetMode="External"/><Relationship Id="rId4" Type="http://schemas.openxmlformats.org/officeDocument/2006/relationships/hyperlink" Target="https://github.com/dsaad68/research-template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wahrenburg@finance.uni-frankfurt.de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pilla@finance.uni-frankfurt.de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"/>
          <p:cNvSpPr/>
          <p:nvPr/>
        </p:nvSpPr>
        <p:spPr>
          <a:xfrm>
            <a:off x="415800" y="1097160"/>
            <a:ext cx="8532720" cy="2665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200" b="0" i="0" u="none" strike="noStrike" cap="none" dirty="0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M&amp;A </a:t>
            </a:r>
            <a:r>
              <a:rPr lang="de-DE" sz="3200" b="0" i="0" u="none" strike="noStrike" cap="none" dirty="0" err="1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as</a:t>
            </a:r>
            <a:r>
              <a:rPr lang="de-DE" sz="3200" b="0" i="0" u="none" strike="noStrike" cap="none" dirty="0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 Transformer </a:t>
            </a:r>
            <a:r>
              <a:rPr lang="de-DE" sz="3200" b="0" i="0" u="none" strike="noStrike" cap="none" dirty="0" err="1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of</a:t>
            </a:r>
            <a:r>
              <a:rPr lang="de-DE" sz="3200" b="0" i="0" u="none" strike="noStrike" cap="none" dirty="0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3200" b="0" i="0" u="none" strike="noStrike" cap="none" dirty="0" err="1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the</a:t>
            </a:r>
            <a:r>
              <a:rPr lang="de-DE" sz="3200" b="0" i="0" u="none" strike="noStrike" cap="none" dirty="0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 Automotive Industry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800" b="0" i="0" u="none" strike="noStrike" cap="none" dirty="0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Intro </a:t>
            </a:r>
            <a:r>
              <a:rPr lang="de-DE" sz="4800" b="0" i="0" u="none" strike="noStrike" cap="none" dirty="0" err="1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to</a:t>
            </a:r>
            <a:r>
              <a:rPr lang="de-DE" sz="4800" b="0" i="0" u="none" strike="noStrike" cap="none" dirty="0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4800" b="0" i="0" u="none" strike="noStrike" cap="none" dirty="0" err="1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the</a:t>
            </a:r>
            <a:r>
              <a:rPr lang="de-DE" sz="4800" b="0" i="0" u="none" strike="noStrike" cap="none" dirty="0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4800" b="0" i="0" u="none" strike="noStrike" cap="none" dirty="0" err="1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course</a:t>
            </a:r>
            <a:r>
              <a:rPr lang="de-DE" sz="4800" b="0" i="0" u="none" strike="noStrike" cap="none" dirty="0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endParaRPr sz="4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800" b="0" i="0" u="none" strike="noStrike" cap="none" dirty="0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&amp; organizational </a:t>
            </a:r>
            <a:r>
              <a:rPr lang="de-DE" sz="4800" b="0" i="0" u="none" strike="noStrike" cap="none" dirty="0" err="1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issues</a:t>
            </a:r>
            <a:endParaRPr sz="4800" b="0" i="0" u="none" strike="noStrike" cap="none" dirty="0" err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lang="de-DE" sz="2800" b="0" i="0" u="none" strike="noStrike" cap="none" dirty="0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Prof. Dr. Mark </a:t>
            </a:r>
            <a:r>
              <a:rPr lang="de-DE" sz="2800" b="0" i="0" u="none" strike="noStrike" cap="none" dirty="0" err="1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Wahrenburg</a:t>
            </a:r>
            <a:r>
              <a:rPr lang="de-DE" sz="2800" dirty="0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, Edoardo </a:t>
            </a:r>
            <a:r>
              <a:rPr lang="de-DE" sz="2800" dirty="0" err="1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Pilla</a:t>
            </a:r>
            <a:r>
              <a:rPr lang="de-DE" sz="2800" dirty="0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, Daniel Saad</a:t>
            </a: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"/>
          <p:cNvSpPr/>
          <p:nvPr/>
        </p:nvSpPr>
        <p:spPr>
          <a:xfrm>
            <a:off x="8767800" y="6669000"/>
            <a:ext cx="180720" cy="16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1</a:t>
            </a:fld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152C2AF-2DF6-C6A0-DDEB-E59CCB7B08A3}"/>
              </a:ext>
            </a:extLst>
          </p:cNvPr>
          <p:cNvSpPr txBox="1"/>
          <p:nvPr/>
        </p:nvSpPr>
        <p:spPr>
          <a:xfrm>
            <a:off x="415800" y="6329163"/>
            <a:ext cx="6448425" cy="6796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270">
              <a:lnSpc>
                <a:spcPts val="2925"/>
              </a:lnSpc>
            </a:pPr>
            <a:r>
              <a:rPr lang="de-DE" sz="2000" dirty="0">
                <a:solidFill>
                  <a:srgbClr val="004F8F"/>
                </a:solidFill>
                <a:latin typeface="Arial Narrow"/>
              </a:rPr>
              <a:t>This </a:t>
            </a:r>
            <a:r>
              <a:rPr lang="de-DE" sz="2000" dirty="0" err="1">
                <a:solidFill>
                  <a:srgbClr val="004F8F"/>
                </a:solidFill>
                <a:latin typeface="Arial Narrow"/>
              </a:rPr>
              <a:t>session</a:t>
            </a:r>
            <a:r>
              <a:rPr lang="de-DE" sz="2000" dirty="0">
                <a:solidFill>
                  <a:srgbClr val="004F8F"/>
                </a:solidFill>
                <a:latin typeface="Arial Narrow"/>
              </a:rPr>
              <a:t> </a:t>
            </a:r>
            <a:r>
              <a:rPr lang="de-DE" sz="2000" dirty="0" err="1">
                <a:solidFill>
                  <a:srgbClr val="004F8F"/>
                </a:solidFill>
                <a:latin typeface="Arial Narrow"/>
              </a:rPr>
              <a:t>is</a:t>
            </a:r>
            <a:r>
              <a:rPr lang="de-DE" sz="2000" dirty="0">
                <a:solidFill>
                  <a:srgbClr val="004F8F"/>
                </a:solidFill>
                <a:latin typeface="Arial Narrow"/>
              </a:rPr>
              <a:t> </a:t>
            </a:r>
            <a:r>
              <a:rPr lang="de-DE" sz="2000" dirty="0" err="1">
                <a:solidFill>
                  <a:srgbClr val="004F8F"/>
                </a:solidFill>
                <a:latin typeface="Arial Narrow"/>
              </a:rPr>
              <a:t>recorded</a:t>
            </a:r>
            <a:r>
              <a:rPr lang="de-DE" sz="2000" dirty="0">
                <a:solidFill>
                  <a:srgbClr val="004F8F"/>
                </a:solidFill>
                <a:latin typeface="Arial Narrow"/>
              </a:rPr>
              <a:t>: link will </a:t>
            </a:r>
            <a:r>
              <a:rPr lang="de-DE" sz="2000" dirty="0" err="1">
                <a:solidFill>
                  <a:srgbClr val="004F8F"/>
                </a:solidFill>
                <a:latin typeface="Arial Narrow"/>
              </a:rPr>
              <a:t>be</a:t>
            </a:r>
            <a:r>
              <a:rPr lang="de-DE" sz="2000" dirty="0">
                <a:solidFill>
                  <a:srgbClr val="004F8F"/>
                </a:solidFill>
                <a:latin typeface="Arial Narrow"/>
              </a:rPr>
              <a:t> </a:t>
            </a:r>
            <a:r>
              <a:rPr lang="de-DE" sz="2000" dirty="0" err="1">
                <a:solidFill>
                  <a:srgbClr val="004F8F"/>
                </a:solidFill>
                <a:latin typeface="Arial Narrow"/>
              </a:rPr>
              <a:t>available</a:t>
            </a:r>
            <a:r>
              <a:rPr lang="de-DE" sz="2000" dirty="0">
                <a:solidFill>
                  <a:srgbClr val="004F8F"/>
                </a:solidFill>
                <a:latin typeface="Arial Narrow"/>
              </a:rPr>
              <a:t> on OLAT</a:t>
            </a:r>
            <a:r>
              <a:rPr lang="en-US" sz="2000" b="0" i="0" dirty="0">
                <a:solidFill>
                  <a:srgbClr val="004F8F"/>
                </a:solidFill>
                <a:latin typeface="Arial Narrow"/>
                <a:ea typeface="Arial"/>
                <a:cs typeface="Arial"/>
              </a:rPr>
              <a:t>​</a:t>
            </a:r>
            <a:endParaRPr lang="de-DE" dirty="0"/>
          </a:p>
          <a:p>
            <a:pPr algn="ctr"/>
            <a:endParaRPr lang="de-D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0E83B-83BD-D17F-62AF-BF253ECF3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200" b="1" dirty="0" err="1">
                <a:cs typeface="Arial"/>
                <a:sym typeface="Arial"/>
              </a:rPr>
              <a:t>Introduction</a:t>
            </a:r>
            <a:r>
              <a:rPr lang="it-IT" sz="3200" b="1" dirty="0">
                <a:cs typeface="Arial"/>
                <a:sym typeface="Arial"/>
              </a:rPr>
              <a:t> to the Team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E21012-D15C-22DB-68FA-A38C0BD6AE7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8650" y="1484784"/>
            <a:ext cx="2520000" cy="4320000"/>
          </a:xfrm>
        </p:spPr>
        <p:txBody>
          <a:bodyPr/>
          <a:lstStyle/>
          <a:p>
            <a:pPr marL="0" indent="0"/>
            <a:r>
              <a:rPr lang="it-IT" sz="1700" b="1" dirty="0"/>
              <a:t>Prof. Dr. Mark Wahrenburg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pPr marL="0" indent="0"/>
            <a:r>
              <a:rPr lang="it-IT" dirty="0"/>
              <a:t>Professor of Banking and Finance </a:t>
            </a:r>
            <a:r>
              <a:rPr lang="it-IT" dirty="0" err="1"/>
              <a:t>at</a:t>
            </a:r>
            <a:r>
              <a:rPr lang="it-IT" dirty="0"/>
              <a:t> Goethe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7112F-A1E4-785A-BC19-46C0BC973C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2</a:t>
            </a:fld>
            <a:endParaRPr lang="de-DE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5D663E2-58EA-3178-7264-E3E97DE758E5}"/>
              </a:ext>
            </a:extLst>
          </p:cNvPr>
          <p:cNvGrpSpPr/>
          <p:nvPr/>
        </p:nvGrpSpPr>
        <p:grpSpPr>
          <a:xfrm>
            <a:off x="3212473" y="1484784"/>
            <a:ext cx="2520000" cy="4320000"/>
            <a:chOff x="3212473" y="1484784"/>
            <a:chExt cx="2520000" cy="4320000"/>
          </a:xfrm>
        </p:grpSpPr>
        <p:sp>
          <p:nvSpPr>
            <p:cNvPr id="12" name="Text Placeholder 3">
              <a:extLst>
                <a:ext uri="{FF2B5EF4-FFF2-40B4-BE49-F238E27FC236}">
                  <a16:creationId xmlns:a16="http://schemas.microsoft.com/office/drawing/2014/main" id="{EDE6AABF-583E-A0B2-D255-E57D0E51FF90}"/>
                </a:ext>
              </a:extLst>
            </p:cNvPr>
            <p:cNvSpPr txBox="1">
              <a:spLocks/>
            </p:cNvSpPr>
            <p:nvPr/>
          </p:nvSpPr>
          <p:spPr>
            <a:xfrm>
              <a:off x="3212473" y="1484784"/>
              <a:ext cx="2520000" cy="43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2286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 sz="1800" b="0" i="0" u="none" strike="noStrike" cap="none">
                  <a:solidFill>
                    <a:srgbClr val="000000"/>
                  </a:solidFill>
                  <a:latin typeface="Arial Narrow"/>
                  <a:ea typeface="Arial Narrow"/>
                  <a:cs typeface="Arial Narrow"/>
                  <a:sym typeface="Arial Narrow"/>
                </a:defRPr>
              </a:lvl1pPr>
              <a:lvl2pPr marL="914400" marR="0" lvl="1" indent="-3429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rgbClr val="000000"/>
                  </a:solidFill>
                  <a:latin typeface="Arial Narrow"/>
                  <a:ea typeface="Arial Narrow"/>
                  <a:cs typeface="Arial Narrow"/>
                  <a:sym typeface="Arial Narrow"/>
                </a:defRPr>
              </a:lvl2pPr>
              <a:lvl3pPr marL="1371600" marR="0" lvl="2" indent="-3429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 Narrow"/>
                <a:buChar char="–"/>
                <a:defRPr sz="1800" b="0" i="0" u="none" strike="noStrike" cap="none">
                  <a:solidFill>
                    <a:srgbClr val="000000"/>
                  </a:solidFill>
                  <a:latin typeface="Arial Narrow"/>
                  <a:ea typeface="Arial Narrow"/>
                  <a:cs typeface="Arial Narrow"/>
                  <a:sym typeface="Arial Narrow"/>
                </a:defRPr>
              </a:lvl3pPr>
              <a:lvl4pPr marL="1828800" marR="0" lvl="3" indent="-3429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 Narrow"/>
                <a:buChar char="–"/>
                <a:defRPr sz="1800" b="0" i="0" u="none" strike="noStrike" cap="none">
                  <a:solidFill>
                    <a:srgbClr val="000000"/>
                  </a:solidFill>
                  <a:latin typeface="Arial Narrow"/>
                  <a:ea typeface="Arial Narrow"/>
                  <a:cs typeface="Arial Narrow"/>
                  <a:sym typeface="Arial Narrow"/>
                </a:defRPr>
              </a:lvl4pPr>
              <a:lvl5pPr marL="2286000" marR="0" lvl="4" indent="-3429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 Narrow"/>
                <a:buChar char="–"/>
                <a:defRPr sz="1800" b="0" i="0" u="none" strike="noStrike" cap="none">
                  <a:solidFill>
                    <a:srgbClr val="000000"/>
                  </a:solidFill>
                  <a:latin typeface="Arial Narrow"/>
                  <a:ea typeface="Arial Narrow"/>
                  <a:cs typeface="Arial Narrow"/>
                  <a:sym typeface="Arial Narrow"/>
                </a:defRPr>
              </a:lvl5pPr>
              <a:lvl6pPr marL="2743200" marR="0" lvl="5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defRPr>
              </a:lvl6pPr>
              <a:lvl7pPr marL="3200400" marR="0" lvl="6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defRPr>
              </a:lvl7pPr>
              <a:lvl8pPr marL="3657600" marR="0" lvl="7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defRPr>
              </a:lvl8pPr>
              <a:lvl9pPr marL="4114800" marR="0" lvl="8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defRPr>
              </a:lvl9pPr>
            </a:lstStyle>
            <a:p>
              <a:pPr marL="0" indent="0"/>
              <a:r>
                <a:rPr lang="it-IT" sz="1700" b="1" dirty="0"/>
                <a:t>Edoardo Pilla</a:t>
              </a:r>
            </a:p>
            <a:p>
              <a:endParaRPr lang="it-IT" dirty="0"/>
            </a:p>
            <a:p>
              <a:endParaRPr lang="it-IT" dirty="0"/>
            </a:p>
            <a:p>
              <a:endParaRPr lang="it-IT" dirty="0"/>
            </a:p>
            <a:p>
              <a:endParaRPr lang="it-IT" dirty="0"/>
            </a:p>
            <a:p>
              <a:endParaRPr lang="it-IT" dirty="0"/>
            </a:p>
            <a:p>
              <a:endParaRPr lang="it-IT" dirty="0"/>
            </a:p>
            <a:p>
              <a:endParaRPr lang="it-IT" dirty="0"/>
            </a:p>
            <a:p>
              <a:pPr marL="0" indent="0"/>
              <a:r>
                <a:rPr lang="it-IT" dirty="0" err="1"/>
                <a:t>Research</a:t>
              </a:r>
              <a:r>
                <a:rPr lang="it-IT" dirty="0"/>
                <a:t> Assistant and PhD Candidate </a:t>
              </a:r>
              <a:r>
                <a:rPr lang="it-IT" dirty="0" err="1"/>
                <a:t>at</a:t>
              </a:r>
              <a:r>
                <a:rPr lang="it-IT" dirty="0"/>
                <a:t> Goethe University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7724288-9E2D-3B87-9506-A44F9A327C90}"/>
                </a:ext>
              </a:extLst>
            </p:cNvPr>
            <p:cNvPicPr>
              <a:picLocks/>
            </p:cNvPicPr>
            <p:nvPr/>
          </p:nvPicPr>
          <p:blipFill>
            <a:blip r:embed="rId2"/>
            <a:srcRect l="6948"/>
            <a:stretch>
              <a:fillRect/>
            </a:stretch>
          </p:blipFill>
          <p:spPr>
            <a:xfrm>
              <a:off x="3276905" y="2024784"/>
              <a:ext cx="1440000" cy="1799999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DC15E1C9-2659-9C13-47E3-04C18C815C2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45125" y="2024784"/>
            <a:ext cx="1440000" cy="180000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54A0F1AF-F995-5C83-7FC1-CED6735DFA15}"/>
              </a:ext>
            </a:extLst>
          </p:cNvPr>
          <p:cNvGrpSpPr/>
          <p:nvPr/>
        </p:nvGrpSpPr>
        <p:grpSpPr>
          <a:xfrm>
            <a:off x="5796296" y="1484784"/>
            <a:ext cx="2520000" cy="4320000"/>
            <a:chOff x="5796296" y="1484784"/>
            <a:chExt cx="2520000" cy="4320000"/>
          </a:xfrm>
        </p:grpSpPr>
        <p:sp>
          <p:nvSpPr>
            <p:cNvPr id="15" name="Text Placeholder 3">
              <a:extLst>
                <a:ext uri="{FF2B5EF4-FFF2-40B4-BE49-F238E27FC236}">
                  <a16:creationId xmlns:a16="http://schemas.microsoft.com/office/drawing/2014/main" id="{4F7E22A8-5023-FC66-1E2C-B588AC8C30F4}"/>
                </a:ext>
              </a:extLst>
            </p:cNvPr>
            <p:cNvSpPr txBox="1">
              <a:spLocks/>
            </p:cNvSpPr>
            <p:nvPr/>
          </p:nvSpPr>
          <p:spPr>
            <a:xfrm>
              <a:off x="5796296" y="1484784"/>
              <a:ext cx="2520000" cy="43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2286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 sz="1800" b="0" i="0" u="none" strike="noStrike" cap="none">
                  <a:solidFill>
                    <a:srgbClr val="000000"/>
                  </a:solidFill>
                  <a:latin typeface="Arial Narrow"/>
                  <a:ea typeface="Arial Narrow"/>
                  <a:cs typeface="Arial Narrow"/>
                  <a:sym typeface="Arial Narrow"/>
                </a:defRPr>
              </a:lvl1pPr>
              <a:lvl2pPr marL="914400" marR="0" lvl="1" indent="-3429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rgbClr val="000000"/>
                  </a:solidFill>
                  <a:latin typeface="Arial Narrow"/>
                  <a:ea typeface="Arial Narrow"/>
                  <a:cs typeface="Arial Narrow"/>
                  <a:sym typeface="Arial Narrow"/>
                </a:defRPr>
              </a:lvl2pPr>
              <a:lvl3pPr marL="1371600" marR="0" lvl="2" indent="-3429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 Narrow"/>
                <a:buChar char="–"/>
                <a:defRPr sz="1800" b="0" i="0" u="none" strike="noStrike" cap="none">
                  <a:solidFill>
                    <a:srgbClr val="000000"/>
                  </a:solidFill>
                  <a:latin typeface="Arial Narrow"/>
                  <a:ea typeface="Arial Narrow"/>
                  <a:cs typeface="Arial Narrow"/>
                  <a:sym typeface="Arial Narrow"/>
                </a:defRPr>
              </a:lvl3pPr>
              <a:lvl4pPr marL="1828800" marR="0" lvl="3" indent="-3429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 Narrow"/>
                <a:buChar char="–"/>
                <a:defRPr sz="1800" b="0" i="0" u="none" strike="noStrike" cap="none">
                  <a:solidFill>
                    <a:srgbClr val="000000"/>
                  </a:solidFill>
                  <a:latin typeface="Arial Narrow"/>
                  <a:ea typeface="Arial Narrow"/>
                  <a:cs typeface="Arial Narrow"/>
                  <a:sym typeface="Arial Narrow"/>
                </a:defRPr>
              </a:lvl4pPr>
              <a:lvl5pPr marL="2286000" marR="0" lvl="4" indent="-3429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 Narrow"/>
                <a:buChar char="–"/>
                <a:defRPr sz="1800" b="0" i="0" u="none" strike="noStrike" cap="none">
                  <a:solidFill>
                    <a:srgbClr val="000000"/>
                  </a:solidFill>
                  <a:latin typeface="Arial Narrow"/>
                  <a:ea typeface="Arial Narrow"/>
                  <a:cs typeface="Arial Narrow"/>
                  <a:sym typeface="Arial Narrow"/>
                </a:defRPr>
              </a:lvl5pPr>
              <a:lvl6pPr marL="2743200" marR="0" lvl="5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defRPr>
              </a:lvl6pPr>
              <a:lvl7pPr marL="3200400" marR="0" lvl="6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defRPr>
              </a:lvl7pPr>
              <a:lvl8pPr marL="3657600" marR="0" lvl="7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defRPr>
              </a:lvl8pPr>
              <a:lvl9pPr marL="4114800" marR="0" lvl="8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defRPr>
              </a:lvl9pPr>
            </a:lstStyle>
            <a:p>
              <a:pPr marL="0" indent="0"/>
              <a:r>
                <a:rPr lang="it-IT" sz="1700" b="1" dirty="0"/>
                <a:t>Daniel Saad</a:t>
              </a:r>
            </a:p>
            <a:p>
              <a:pPr marL="0" indent="0"/>
              <a:endParaRPr lang="it-IT" dirty="0"/>
            </a:p>
            <a:p>
              <a:pPr marL="0" indent="0"/>
              <a:endParaRPr lang="it-IT" dirty="0"/>
            </a:p>
            <a:p>
              <a:pPr marL="0" indent="0"/>
              <a:endParaRPr lang="it-IT" dirty="0"/>
            </a:p>
            <a:p>
              <a:pPr marL="0" indent="0"/>
              <a:endParaRPr lang="it-IT" dirty="0"/>
            </a:p>
            <a:p>
              <a:pPr marL="0" indent="0"/>
              <a:endParaRPr lang="it-IT" dirty="0"/>
            </a:p>
            <a:p>
              <a:pPr marL="0" indent="0"/>
              <a:endParaRPr lang="it-IT" dirty="0"/>
            </a:p>
            <a:p>
              <a:pPr marL="0" indent="0"/>
              <a:endParaRPr lang="it-IT" dirty="0"/>
            </a:p>
            <a:p>
              <a:pPr marL="0" indent="0"/>
              <a:r>
                <a:rPr lang="it-IT" dirty="0"/>
                <a:t>AI Solutions Architect </a:t>
              </a:r>
              <a:r>
                <a:rPr lang="it-IT" dirty="0" err="1"/>
                <a:t>at</a:t>
              </a:r>
              <a:r>
                <a:rPr lang="it-IT" dirty="0"/>
                <a:t> Mercedes-Benz and PhD Candidate </a:t>
              </a:r>
              <a:r>
                <a:rPr lang="it-IT" dirty="0" err="1"/>
                <a:t>at</a:t>
              </a:r>
              <a:r>
                <a:rPr lang="it-IT" dirty="0"/>
                <a:t> Goethe University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A41A1C1-DE3A-0A86-AAB2-905697C5BC49}"/>
                </a:ext>
              </a:extLst>
            </p:cNvPr>
            <p:cNvPicPr>
              <a:picLocks/>
            </p:cNvPicPr>
            <p:nvPr/>
          </p:nvPicPr>
          <p:blipFill>
            <a:blip r:embed="rId4"/>
            <a:srcRect l="10604"/>
            <a:stretch>
              <a:fillRect/>
            </a:stretch>
          </p:blipFill>
          <p:spPr>
            <a:xfrm>
              <a:off x="5895976" y="2024784"/>
              <a:ext cx="1440000" cy="180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79192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"/>
          <p:cNvSpPr/>
          <p:nvPr/>
        </p:nvSpPr>
        <p:spPr>
          <a:xfrm>
            <a:off x="8767800" y="6669000"/>
            <a:ext cx="180720" cy="16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3</a:t>
            </a:fld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"/>
          <p:cNvSpPr/>
          <p:nvPr/>
        </p:nvSpPr>
        <p:spPr>
          <a:xfrm>
            <a:off x="342900" y="939482"/>
            <a:ext cx="8724900" cy="5734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847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eriod"/>
            </a:pPr>
            <a:r>
              <a:rPr lang="de-DE" sz="2000" b="1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Term </a:t>
            </a:r>
            <a:r>
              <a:rPr lang="de-DE" sz="2000" b="1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paper</a:t>
            </a:r>
            <a:r>
              <a:rPr lang="de-DE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2000" b="1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(</a:t>
            </a:r>
            <a:r>
              <a:rPr lang="de-DE" sz="2000" b="1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case</a:t>
            </a:r>
            <a:r>
              <a:rPr lang="de-DE" sz="2000" b="1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b="1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studies</a:t>
            </a:r>
            <a:r>
              <a:rPr lang="de-DE" sz="2000" b="1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)</a:t>
            </a:r>
            <a:endParaRPr lang="de-DE" sz="1600" i="0" u="none" strike="noStrike" cap="none" dirty="0">
              <a:solidFill>
                <a:srgbClr val="000000"/>
              </a:solidFill>
              <a:latin typeface="Arial Narrow"/>
              <a:ea typeface="Arial Narrow"/>
              <a:cs typeface="Arial Narrow"/>
            </a:endParaRPr>
          </a:p>
          <a:p>
            <a:pPr marL="915670" lvl="1" indent="-457200">
              <a:buSzPts val="2000"/>
              <a:buFont typeface="Arial"/>
              <a:buChar char="•"/>
            </a:pP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Each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student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assigned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to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 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one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case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 and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one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cluster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 (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team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)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of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related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cases</a:t>
            </a:r>
            <a:endParaRPr lang="de-DE" sz="2000" dirty="0">
              <a:latin typeface="Arial Narrow"/>
              <a:ea typeface="Arial Narrow"/>
              <a:cs typeface="Arial Narrow"/>
            </a:endParaRPr>
          </a:p>
          <a:p>
            <a:pPr marL="915670" lvl="1" indent="-457200">
              <a:buSzPts val="2000"/>
              <a:buFont typeface="Arial"/>
              <a:buChar char="•"/>
            </a:pP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Each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student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contributes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 ca. 6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pages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, AI-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supported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endParaRPr lang="de-DE" sz="2000" dirty="0">
              <a:latin typeface="Arial Narrow"/>
              <a:ea typeface="Arial Narrow"/>
              <a:cs typeface="Arial Narrow"/>
            </a:endParaRPr>
          </a:p>
          <a:p>
            <a:pPr marL="915670" lvl="1" indent="-457200">
              <a:buSzPts val="2000"/>
              <a:buFont typeface="Arial"/>
              <a:buChar char="•"/>
            </a:pP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One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term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paper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 per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team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 –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with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joint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section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 (e.g.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conclusions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,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r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eferences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+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annex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with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detailed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AI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usage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log)</a:t>
            </a:r>
            <a:endParaRPr dirty="0"/>
          </a:p>
          <a:p>
            <a:pPr marL="915670" lvl="1" indent="-457200">
              <a:buSzPts val="2000"/>
              <a:buFont typeface="Arial"/>
              <a:buChar char="•"/>
            </a:pP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Term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papers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are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presented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 and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discussed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 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during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the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seminar </a:t>
            </a:r>
            <a:endParaRPr lang="de-DE" sz="2000" dirty="0">
              <a:latin typeface="Arial Narrow"/>
            </a:endParaRPr>
          </a:p>
          <a:p>
            <a:pPr marL="915670" lvl="1" indent="-457200">
              <a:buSzPts val="2000"/>
              <a:buFont typeface="Arial"/>
              <a:buChar char="•"/>
            </a:pP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Detailed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information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,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guidelines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, and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allocation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of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students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: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See 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OLAT</a:t>
            </a:r>
            <a:endParaRPr sz="2000" b="0" i="0" u="none" strike="noStrike" cap="none" dirty="0">
              <a:solidFill>
                <a:srgbClr val="000000"/>
              </a:solidFill>
              <a:latin typeface="Arial Narrow"/>
              <a:ea typeface="Arial Narrow"/>
              <a:cs typeface="Arial Narrow"/>
            </a:endParaRPr>
          </a:p>
          <a:p>
            <a:pPr marL="4590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 Narrow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1270">
              <a:buSzPts val="2000"/>
            </a:pPr>
            <a:r>
              <a:rPr lang="de-DE" sz="2000" b="1" dirty="0">
                <a:latin typeface="Arial Narrow"/>
                <a:ea typeface="Arial Narrow"/>
                <a:cs typeface="Arial Narrow"/>
                <a:sym typeface="Arial Narrow"/>
              </a:rPr>
              <a:t>2.     </a:t>
            </a:r>
            <a:r>
              <a:rPr lang="de-DE" sz="2000" b="1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Oxford-style </a:t>
            </a:r>
            <a:r>
              <a:rPr lang="de-DE" sz="2000" b="1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debates</a:t>
            </a:r>
            <a:endParaRPr sz="1600" b="0" i="0" u="none" strike="noStrike" cap="none" dirty="0">
              <a:solidFill>
                <a:srgbClr val="000000"/>
              </a:solidFill>
              <a:latin typeface="Arial Narrow"/>
              <a:ea typeface="Arial Narrow"/>
              <a:cs typeface="Arial Narrow"/>
            </a:endParaRPr>
          </a:p>
          <a:p>
            <a:pPr marL="916200" marR="0" lvl="1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Groups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of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up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to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3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students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advocate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for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or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against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a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strategic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decision</a:t>
            </a:r>
            <a:endParaRPr dirty="0"/>
          </a:p>
          <a:p>
            <a:pPr marL="916200" marR="0" lvl="1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Research and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statement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of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propositions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/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oppositions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based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on AI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6200" marR="0" lvl="1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Topics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assigned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one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week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prior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to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seminar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week</a:t>
            </a:r>
            <a:endParaRPr dirty="0"/>
          </a:p>
          <a:p>
            <a:pPr marL="916200" marR="0" lvl="1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Guidelines and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schedule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on OLAT</a:t>
            </a:r>
            <a:endParaRPr sz="2000" b="0" i="0" u="none" strike="noStrike" cap="none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4590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 Narrow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1270">
              <a:buSzPts val="2000"/>
            </a:pPr>
            <a:r>
              <a:rPr lang="de-DE" sz="2000" b="1" dirty="0">
                <a:latin typeface="Arial Narrow"/>
                <a:ea typeface="Arial Narrow"/>
                <a:cs typeface="Arial Narrow"/>
                <a:sym typeface="Arial Narrow"/>
              </a:rPr>
              <a:t>3.     M&amp;A </a:t>
            </a:r>
            <a:r>
              <a:rPr lang="de-DE" sz="2000" b="1" dirty="0" err="1">
                <a:latin typeface="Arial Narrow"/>
                <a:ea typeface="Arial Narrow"/>
                <a:cs typeface="Arial Narrow"/>
                <a:sym typeface="Arial Narrow"/>
              </a:rPr>
              <a:t>related</a:t>
            </a:r>
            <a:r>
              <a:rPr lang="de-DE" sz="2000" b="1" dirty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b="1" dirty="0" err="1">
                <a:latin typeface="Arial Narrow"/>
                <a:ea typeface="Arial Narrow"/>
                <a:cs typeface="Arial Narrow"/>
                <a:sym typeface="Arial Narrow"/>
              </a:rPr>
              <a:t>corporate</a:t>
            </a:r>
            <a:r>
              <a:rPr lang="de-DE" sz="2000" b="1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b="1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valuation</a:t>
            </a:r>
            <a:r>
              <a:rPr lang="de-DE" sz="2000" b="1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b="1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exercise</a:t>
            </a:r>
            <a:endParaRPr sz="1600" b="0" i="0" u="none" strike="noStrike" cap="none" dirty="0">
              <a:solidFill>
                <a:srgbClr val="000000"/>
              </a:solidFill>
              <a:latin typeface="Arial Narrow"/>
              <a:ea typeface="Arial Narrow"/>
              <a:cs typeface="Arial Narrow"/>
            </a:endParaRPr>
          </a:p>
          <a:p>
            <a:pPr marL="916200" marR="0" lvl="1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Team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work</a:t>
            </a:r>
            <a:endParaRPr sz="2000" b="1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6200" marR="0" lvl="1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Data and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materials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handed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-out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during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seminar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,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one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day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to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latin typeface="Arial Narrow"/>
                <a:ea typeface="Arial Narrow"/>
                <a:cs typeface="Arial Narrow"/>
                <a:sym typeface="Arial Narrow"/>
              </a:rPr>
              <a:t>work</a:t>
            </a:r>
            <a:r>
              <a:rPr lang="de-DE" sz="2000" dirty="0">
                <a:latin typeface="Arial Narrow"/>
                <a:ea typeface="Arial Narrow"/>
                <a:cs typeface="Arial Narrow"/>
                <a:sym typeface="Arial Narrow"/>
              </a:rPr>
              <a:t> on</a:t>
            </a:r>
            <a:endParaRPr dirty="0"/>
          </a:p>
          <a:p>
            <a:pPr marL="916200" marR="0" lvl="1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Presentation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&amp;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discussion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of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results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in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class</a:t>
            </a:r>
            <a:endParaRPr dirty="0"/>
          </a:p>
          <a:p>
            <a:pPr marL="916200" marR="0" lvl="1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4590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"/>
          <p:cNvSpPr/>
          <p:nvPr/>
        </p:nvSpPr>
        <p:spPr>
          <a:xfrm>
            <a:off x="435187" y="279172"/>
            <a:ext cx="7004160" cy="650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r>
              <a:rPr lang="de-DE" sz="3200" b="1" i="0" u="none" strike="noStrike" cap="none" dirty="0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This </a:t>
            </a:r>
            <a:r>
              <a:rPr lang="de-DE" sz="3200" b="1" dirty="0" err="1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seminar</a:t>
            </a:r>
            <a:r>
              <a:rPr lang="de-DE" sz="3200" b="1" dirty="0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 </a:t>
            </a:r>
            <a:r>
              <a:rPr lang="de-DE" sz="3200" b="1" i="0" u="none" strike="noStrike" cap="none" dirty="0" err="1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consists</a:t>
            </a:r>
            <a:r>
              <a:rPr lang="de-DE" sz="3200" b="1" i="0" u="none" strike="noStrike" cap="none" dirty="0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3200" b="1" i="0" u="none" strike="noStrike" cap="none" dirty="0" err="1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of</a:t>
            </a:r>
            <a:r>
              <a:rPr lang="de-DE" sz="3200" b="1" i="0" u="none" strike="noStrike" cap="none" dirty="0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 3 </a:t>
            </a:r>
            <a:r>
              <a:rPr lang="de-DE" sz="3200" b="1" i="0" u="none" strike="noStrike" cap="none" dirty="0" err="1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parts</a:t>
            </a:r>
            <a:endParaRPr sz="3200" b="0" i="0" u="none" strike="noStrike" cap="none" dirty="0" err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"/>
          <p:cNvSpPr txBox="1"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200" b="1">
                <a:latin typeface="Arial Narrow"/>
                <a:ea typeface="Arial Narrow"/>
                <a:cs typeface="Arial Narrow"/>
                <a:sym typeface="Arial Narrow"/>
              </a:rPr>
              <a:t>Learning outcomes and goals</a:t>
            </a:r>
            <a:endParaRPr sz="3200"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30" name="Google Shape;230;p3"/>
          <p:cNvSpPr txBox="1">
            <a:spLocks noGrp="1"/>
          </p:cNvSpPr>
          <p:nvPr>
            <p:ph type="body" idx="1"/>
          </p:nvPr>
        </p:nvSpPr>
        <p:spPr>
          <a:xfrm>
            <a:off x="457200" y="1704975"/>
            <a:ext cx="8410575" cy="496364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de-DE" sz="24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See </a:t>
            </a:r>
            <a:r>
              <a:rPr lang="de-DE" sz="24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how</a:t>
            </a:r>
            <a:r>
              <a:rPr lang="de-DE" sz="24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400" dirty="0"/>
              <a:t>M</a:t>
            </a:r>
            <a:r>
              <a:rPr lang="de-DE" sz="24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&amp;A </a:t>
            </a:r>
            <a:r>
              <a:rPr lang="de-DE" sz="24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is</a:t>
            </a:r>
            <a:r>
              <a:rPr lang="de-DE" sz="24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400" dirty="0" err="1"/>
              <a:t>shaping</a:t>
            </a:r>
            <a:r>
              <a:rPr lang="de-DE" sz="24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4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firms</a:t>
            </a:r>
            <a:r>
              <a:rPr lang="de-DE" sz="24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&amp; </a:t>
            </a:r>
            <a:r>
              <a:rPr lang="de-DE" sz="24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industries</a:t>
            </a:r>
            <a:endParaRPr lang="de-DE" sz="2400" dirty="0">
              <a:solidFill>
                <a:srgbClr val="000000"/>
              </a:solidFill>
              <a:latin typeface="Arial Narrow"/>
              <a:ea typeface="Arial Narrow"/>
              <a:cs typeface="Arial Narrow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de-DE" sz="24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Learn</a:t>
            </a:r>
            <a:r>
              <a:rPr lang="de-DE" sz="24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4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to</a:t>
            </a:r>
            <a:r>
              <a:rPr lang="de-DE" sz="24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4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effectively</a:t>
            </a:r>
            <a:r>
              <a:rPr lang="de-DE" sz="24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4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use</a:t>
            </a:r>
            <a:r>
              <a:rPr lang="de-DE" sz="24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AI </a:t>
            </a:r>
            <a:r>
              <a:rPr lang="de-DE" sz="2400" dirty="0"/>
              <a:t>(</a:t>
            </a:r>
            <a:r>
              <a:rPr lang="de-DE" sz="24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agents</a:t>
            </a:r>
            <a:r>
              <a:rPr lang="de-DE" sz="2400" dirty="0"/>
              <a:t>)</a:t>
            </a:r>
            <a:r>
              <a:rPr lang="de-DE" sz="24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4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to</a:t>
            </a:r>
            <a:r>
              <a:rPr lang="de-DE" sz="24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4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inform</a:t>
            </a:r>
            <a:r>
              <a:rPr lang="de-DE" sz="24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and </a:t>
            </a:r>
            <a:r>
              <a:rPr lang="de-DE" sz="24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prepare</a:t>
            </a:r>
            <a:r>
              <a:rPr lang="de-DE" sz="24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a </a:t>
            </a:r>
            <a:r>
              <a:rPr lang="de-DE" sz="24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report</a:t>
            </a:r>
            <a:endParaRPr sz="2400" dirty="0">
              <a:solidFill>
                <a:srgbClr val="000000"/>
              </a:solidFill>
              <a:latin typeface="Arial Narrow"/>
              <a:ea typeface="Arial Narrow"/>
              <a:cs typeface="Arial Narrow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de-DE" sz="24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Learn</a:t>
            </a:r>
            <a:r>
              <a:rPr lang="de-DE" sz="24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4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to</a:t>
            </a:r>
            <a:r>
              <a:rPr lang="de-DE" sz="24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4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create</a:t>
            </a:r>
            <a:r>
              <a:rPr lang="de-DE" sz="24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4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concise</a:t>
            </a:r>
            <a:r>
              <a:rPr lang="de-DE" sz="24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4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argument</a:t>
            </a:r>
            <a:r>
              <a:rPr lang="de-DE" sz="24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4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maps</a:t>
            </a:r>
            <a:r>
              <a:rPr lang="de-DE" sz="24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and exhaustive LLM </a:t>
            </a:r>
            <a:r>
              <a:rPr lang="de-DE" sz="24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wikis</a:t>
            </a:r>
            <a:endParaRPr lang="de-DE" sz="2400" dirty="0">
              <a:solidFill>
                <a:srgbClr val="000000"/>
              </a:solidFill>
              <a:latin typeface="Arial Narrow"/>
              <a:ea typeface="Arial Narrow"/>
              <a:cs typeface="Arial Narrow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de-DE" sz="2400" dirty="0" err="1"/>
              <a:t>Learn</a:t>
            </a:r>
            <a:r>
              <a:rPr lang="de-DE" sz="2400" dirty="0"/>
              <a:t>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reconcile</a:t>
            </a:r>
            <a:r>
              <a:rPr lang="de-DE" sz="2400" dirty="0"/>
              <a:t> own </a:t>
            </a:r>
            <a:r>
              <a:rPr lang="de-DE" sz="2400" dirty="0" err="1"/>
              <a:t>statements</a:t>
            </a:r>
            <a:r>
              <a:rPr lang="de-DE" sz="2400" dirty="0"/>
              <a:t> </a:t>
            </a:r>
            <a:r>
              <a:rPr lang="de-DE" sz="2400" dirty="0" err="1"/>
              <a:t>with</a:t>
            </a:r>
            <a:r>
              <a:rPr lang="de-DE" sz="2400" dirty="0"/>
              <a:t> reliable </a:t>
            </a:r>
            <a:r>
              <a:rPr lang="de-DE" sz="2400" dirty="0" err="1"/>
              <a:t>sources</a:t>
            </a:r>
            <a:endParaRPr sz="2400" dirty="0">
              <a:solidFill>
                <a:srgbClr val="000000"/>
              </a:solidFill>
              <a:latin typeface="Arial Narrow"/>
              <a:ea typeface="Arial Narrow"/>
              <a:cs typeface="Arial Narrow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de-DE" sz="24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Learn</a:t>
            </a:r>
            <a:r>
              <a:rPr lang="de-DE" sz="24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4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to</a:t>
            </a:r>
            <a:r>
              <a:rPr lang="de-DE" sz="24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4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debate</a:t>
            </a:r>
            <a:r>
              <a:rPr lang="de-DE" sz="24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/ </a:t>
            </a:r>
            <a:r>
              <a:rPr lang="de-DE" sz="24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cooperate</a:t>
            </a:r>
            <a:r>
              <a:rPr lang="de-DE" sz="24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in a </a:t>
            </a:r>
            <a:r>
              <a:rPr lang="de-DE" sz="24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team</a:t>
            </a:r>
            <a:endParaRPr sz="2400" dirty="0">
              <a:solidFill>
                <a:srgbClr val="000000"/>
              </a:solidFill>
              <a:latin typeface="Arial Narrow"/>
              <a:ea typeface="Arial Narrow"/>
              <a:cs typeface="Arial Narrow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de-DE" sz="24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Learn</a:t>
            </a:r>
            <a:r>
              <a:rPr lang="de-DE" sz="24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4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to</a:t>
            </a:r>
            <a:r>
              <a:rPr lang="de-DE" sz="24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do a professional </a:t>
            </a:r>
            <a:r>
              <a:rPr lang="de-DE" sz="24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valuation</a:t>
            </a:r>
            <a:r>
              <a:rPr lang="de-DE" sz="24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like </a:t>
            </a:r>
            <a:r>
              <a:rPr lang="de-DE" sz="24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investment</a:t>
            </a:r>
            <a:r>
              <a:rPr lang="de-DE" sz="24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4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bankers</a:t>
            </a:r>
            <a:r>
              <a:rPr lang="de-DE" sz="24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do</a:t>
            </a:r>
            <a:endParaRPr sz="2400" dirty="0">
              <a:solidFill>
                <a:srgbClr val="000000"/>
              </a:solidFill>
              <a:latin typeface="Arial Narrow"/>
              <a:ea typeface="Arial Narrow"/>
              <a:cs typeface="Arial Narrow"/>
            </a:endParaRPr>
          </a:p>
          <a:p>
            <a:pPr marL="342900" lvl="0" indent="-190500" algn="l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dirty="0">
              <a:solidFill>
                <a:srgbClr val="000000"/>
              </a:solidFill>
              <a:latin typeface="Arial Narrow"/>
              <a:ea typeface="Arial Narrow"/>
              <a:cs typeface="Arial Narrow"/>
            </a:endParaRPr>
          </a:p>
          <a:p>
            <a:pPr marL="0" lvl="0" indent="0" algn="l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de-DE" sz="2400" b="1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Have</a:t>
            </a:r>
            <a:r>
              <a:rPr lang="de-DE" sz="2400" b="1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400" b="1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fun</a:t>
            </a:r>
            <a:r>
              <a:rPr lang="de-DE" sz="2400" b="1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!</a:t>
            </a:r>
            <a:endParaRPr dirty="0"/>
          </a:p>
        </p:txBody>
      </p:sp>
      <p:sp>
        <p:nvSpPr>
          <p:cNvPr id="231" name="Google Shape;231;p3"/>
          <p:cNvSpPr txBox="1">
            <a:spLocks noGrp="1"/>
          </p:cNvSpPr>
          <p:nvPr>
            <p:ph type="sldNum" idx="12"/>
          </p:nvPr>
        </p:nvSpPr>
        <p:spPr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10C804AA-66BE-E5E1-F1A2-8F216C967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">
            <a:extLst>
              <a:ext uri="{FF2B5EF4-FFF2-40B4-BE49-F238E27FC236}">
                <a16:creationId xmlns:a16="http://schemas.microsoft.com/office/drawing/2014/main" id="{88CAFAC6-1740-07FB-1FA8-903A388127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7442" y="402382"/>
            <a:ext cx="6598854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200" b="1" dirty="0"/>
              <a:t>Seminar </a:t>
            </a:r>
            <a:r>
              <a:rPr lang="de-DE" sz="3200" b="1" dirty="0" err="1"/>
              <a:t>registration</a:t>
            </a:r>
            <a:r>
              <a:rPr lang="de-DE" sz="3200" b="1" dirty="0"/>
              <a:t> </a:t>
            </a:r>
            <a:r>
              <a:rPr lang="de-DE" sz="3200" b="1" dirty="0" err="1"/>
              <a:t>confirmation</a:t>
            </a:r>
            <a:r>
              <a:rPr lang="de-DE" sz="3200" b="1" dirty="0"/>
              <a:t> and </a:t>
            </a:r>
            <a:r>
              <a:rPr lang="de-DE" sz="3200" b="1" dirty="0" err="1"/>
              <a:t>term</a:t>
            </a:r>
            <a:r>
              <a:rPr lang="de-DE" sz="3200" b="1" dirty="0"/>
              <a:t> </a:t>
            </a:r>
            <a:r>
              <a:rPr lang="de-DE" sz="3200" b="1" dirty="0" err="1"/>
              <a:t>paper</a:t>
            </a:r>
            <a:r>
              <a:rPr lang="de-DE" sz="3200" b="1" dirty="0"/>
              <a:t> </a:t>
            </a:r>
            <a:r>
              <a:rPr lang="de-DE" sz="3200" b="1" dirty="0" err="1"/>
              <a:t>cluster</a:t>
            </a:r>
            <a:r>
              <a:rPr lang="de-DE" sz="3200" b="1" dirty="0"/>
              <a:t>/</a:t>
            </a:r>
            <a:r>
              <a:rPr lang="de-DE" sz="3200" b="1" dirty="0" err="1"/>
              <a:t>topic</a:t>
            </a:r>
            <a:r>
              <a:rPr lang="de-DE" sz="3200" b="1" dirty="0"/>
              <a:t> </a:t>
            </a:r>
            <a:r>
              <a:rPr lang="de-DE" sz="3200" b="1" dirty="0" err="1"/>
              <a:t>allocation</a:t>
            </a:r>
            <a:endParaRPr dirty="0"/>
          </a:p>
        </p:txBody>
      </p:sp>
      <p:sp>
        <p:nvSpPr>
          <p:cNvPr id="237" name="Google Shape;237;p4">
            <a:extLst>
              <a:ext uri="{FF2B5EF4-FFF2-40B4-BE49-F238E27FC236}">
                <a16:creationId xmlns:a16="http://schemas.microsoft.com/office/drawing/2014/main" id="{6F3F02C9-661A-9284-8E6A-CF23EE3066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525" y="1194470"/>
            <a:ext cx="8362950" cy="4458816"/>
          </a:xfrm>
          <a:prstGeom prst="rect">
            <a:avLst/>
          </a:prstGeom>
          <a:solidFill>
            <a:schemeClr val="lt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spcBef>
                <a:spcPts val="0"/>
              </a:spcBef>
              <a:buSzPts val="2400"/>
              <a:buFont typeface="Arial"/>
              <a:buChar char="•"/>
            </a:pPr>
            <a:r>
              <a:rPr lang="de-DE" sz="2400" b="1" dirty="0"/>
              <a:t>Fill in Google Form </a:t>
            </a:r>
            <a:r>
              <a:rPr lang="de-DE" sz="2400" b="1" dirty="0" err="1"/>
              <a:t>until</a:t>
            </a:r>
            <a:r>
              <a:rPr lang="de-DE" sz="2400" b="1" dirty="0"/>
              <a:t> 07.05.2026 </a:t>
            </a:r>
            <a:r>
              <a:rPr lang="de-DE" sz="2400" b="1" dirty="0" err="1"/>
              <a:t>EoD</a:t>
            </a:r>
            <a:endParaRPr lang="de-DE" sz="2400" dirty="0"/>
          </a:p>
          <a:p>
            <a:pPr marL="800100" lvl="1">
              <a:spcBef>
                <a:spcPts val="0"/>
              </a:spcBef>
              <a:buSzPts val="2400"/>
            </a:pPr>
            <a:r>
              <a:rPr lang="de-DE" sz="2000" b="1" u="sng" dirty="0" err="1"/>
              <a:t>We</a:t>
            </a:r>
            <a:r>
              <a:rPr lang="de-DE" sz="2000" b="1" u="sng" dirty="0"/>
              <a:t> will </a:t>
            </a:r>
            <a:r>
              <a:rPr lang="de-DE" sz="2000" b="1" u="sng" dirty="0" err="1"/>
              <a:t>forward</a:t>
            </a:r>
            <a:r>
              <a:rPr lang="de-DE" sz="2000" b="1" u="sng" dirty="0"/>
              <a:t> </a:t>
            </a:r>
            <a:r>
              <a:rPr lang="de-DE" sz="2000" b="1" u="sng" dirty="0" err="1"/>
              <a:t>the</a:t>
            </a:r>
            <a:r>
              <a:rPr lang="de-DE" sz="2000" b="1" u="sng" dirty="0"/>
              <a:t> link after </a:t>
            </a:r>
            <a:r>
              <a:rPr lang="de-DE" sz="2000" b="1" u="sng" dirty="0" err="1"/>
              <a:t>this</a:t>
            </a:r>
            <a:r>
              <a:rPr lang="de-DE" sz="2000" b="1" u="sng" dirty="0"/>
              <a:t> </a:t>
            </a:r>
            <a:r>
              <a:rPr lang="de-DE" sz="2000" b="1" u="sng" dirty="0" err="1"/>
              <a:t>introductory</a:t>
            </a:r>
            <a:r>
              <a:rPr lang="de-DE" sz="2000" b="1" u="sng" dirty="0"/>
              <a:t> </a:t>
            </a:r>
            <a:r>
              <a:rPr lang="de-DE" sz="2000" b="1" u="sng" dirty="0" err="1"/>
              <a:t>meeting</a:t>
            </a:r>
            <a:r>
              <a:rPr lang="de-DE" sz="2000" b="1" u="sng" dirty="0"/>
              <a:t> via email</a:t>
            </a:r>
          </a:p>
          <a:p>
            <a:pPr marL="800100" lvl="1">
              <a:spcBef>
                <a:spcPts val="0"/>
              </a:spcBef>
              <a:buSzPts val="2400"/>
            </a:pPr>
            <a:r>
              <a:rPr lang="en-US" sz="2000" dirty="0"/>
              <a:t>You can express up to three preferences on topical areas for your term paper</a:t>
            </a:r>
          </a:p>
          <a:p>
            <a:pPr marL="800100" lvl="1">
              <a:spcBef>
                <a:spcPts val="0"/>
              </a:spcBef>
              <a:buSzPts val="2400"/>
            </a:pPr>
            <a:r>
              <a:rPr lang="en-US" sz="2000" dirty="0"/>
              <a:t>If shared with us, we will circulate phone (WhatsApp) numbers across team members for easier coordination</a:t>
            </a:r>
          </a:p>
          <a:p>
            <a:pPr marL="342900" lvl="0" indent="-1905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de-DE" sz="2400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42900" lvl="0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Based on participating students, case studies will be assigned by 08.05.2026 </a:t>
            </a:r>
            <a:r>
              <a:rPr lang="en-US" sz="2400" b="1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EoD</a:t>
            </a:r>
            <a:endParaRPr lang="en-US" sz="2400" b="1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800100" lvl="1">
              <a:buSzPts val="2400"/>
            </a:pPr>
            <a:r>
              <a:rPr lang="en-US" sz="2000" dirty="0"/>
              <a:t>Additional literature and g</a:t>
            </a:r>
            <a:r>
              <a:rPr lang="en-US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uidelines for term paper and related presentation will be available on OLAT after this introductory meeting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lang="de-DE" sz="2400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42900" lvl="0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de-DE" sz="2400" b="1" dirty="0"/>
              <a:t>Topics will </a:t>
            </a:r>
            <a:r>
              <a:rPr lang="de-DE" sz="2400" b="1" u="sng" dirty="0"/>
              <a:t>NOT</a:t>
            </a:r>
            <a:r>
              <a:rPr lang="de-DE" sz="2400" b="1" dirty="0"/>
              <a:t> </a:t>
            </a:r>
            <a:r>
              <a:rPr lang="de-DE" sz="2400" b="1" dirty="0" err="1"/>
              <a:t>be</a:t>
            </a:r>
            <a:r>
              <a:rPr lang="de-DE" sz="2400" b="1" dirty="0"/>
              <a:t> </a:t>
            </a:r>
            <a:r>
              <a:rPr lang="de-DE" sz="2400" b="1" dirty="0" err="1"/>
              <a:t>assigned</a:t>
            </a:r>
            <a:r>
              <a:rPr lang="de-DE" sz="2400" b="1" dirty="0"/>
              <a:t> </a:t>
            </a:r>
            <a:r>
              <a:rPr lang="de-DE" sz="2400" b="1" dirty="0" err="1"/>
              <a:t>to</a:t>
            </a:r>
            <a:r>
              <a:rPr lang="de-DE" sz="2400" b="1" dirty="0"/>
              <a:t> </a:t>
            </a:r>
            <a:r>
              <a:rPr lang="de-DE" sz="2400" b="1" dirty="0" err="1"/>
              <a:t>students</a:t>
            </a:r>
            <a:r>
              <a:rPr lang="de-DE" sz="2400" b="1" dirty="0"/>
              <a:t> </a:t>
            </a:r>
            <a:r>
              <a:rPr lang="de-DE" sz="2400" b="1" dirty="0" err="1"/>
              <a:t>who</a:t>
            </a:r>
            <a:r>
              <a:rPr lang="de-DE" sz="2400" b="1" dirty="0"/>
              <a:t> do not </a:t>
            </a:r>
            <a:r>
              <a:rPr lang="de-DE" sz="2400" b="1" dirty="0" err="1"/>
              <a:t>confirm</a:t>
            </a:r>
            <a:r>
              <a:rPr lang="de-DE" sz="2400" b="1" dirty="0"/>
              <a:t> </a:t>
            </a:r>
            <a:r>
              <a:rPr lang="de-DE" sz="2400" b="1" dirty="0" err="1"/>
              <a:t>participation</a:t>
            </a:r>
            <a:r>
              <a:rPr lang="de-DE" sz="2400" b="1" dirty="0"/>
              <a:t> </a:t>
            </a:r>
            <a:r>
              <a:rPr lang="de-DE" sz="2400" b="1" dirty="0" err="1"/>
              <a:t>by</a:t>
            </a:r>
            <a:r>
              <a:rPr lang="de-DE" sz="2400" b="1" dirty="0"/>
              <a:t> 07.05.2026 </a:t>
            </a:r>
            <a:r>
              <a:rPr lang="de-DE" sz="2400" b="1" dirty="0" err="1"/>
              <a:t>EoD</a:t>
            </a:r>
            <a:endParaRPr lang="de-DE" sz="2400" b="1" dirty="0"/>
          </a:p>
          <a:p>
            <a:pPr marL="800100" lvl="1">
              <a:buSzPts val="2400"/>
            </a:pPr>
            <a:r>
              <a:rPr lang="de-DE" sz="2000" dirty="0" err="1"/>
              <a:t>Get</a:t>
            </a:r>
            <a:r>
              <a:rPr lang="de-DE" sz="2000" dirty="0"/>
              <a:t> in </a:t>
            </a:r>
            <a:r>
              <a:rPr lang="de-DE" sz="2000" dirty="0" err="1"/>
              <a:t>touch</a:t>
            </a:r>
            <a:r>
              <a:rPr lang="de-DE" sz="2000" dirty="0"/>
              <a:t> </a:t>
            </a:r>
            <a:r>
              <a:rPr lang="de-DE" sz="2000" dirty="0" err="1"/>
              <a:t>with</a:t>
            </a:r>
            <a:r>
              <a:rPr lang="de-DE" sz="2000" dirty="0"/>
              <a:t> </a:t>
            </a:r>
            <a:r>
              <a:rPr lang="de-DE" sz="2000" dirty="0" err="1"/>
              <a:t>us</a:t>
            </a:r>
            <a:r>
              <a:rPr lang="de-DE" sz="2000" dirty="0"/>
              <a:t> </a:t>
            </a:r>
            <a:r>
              <a:rPr lang="de-DE" sz="2000" dirty="0" err="1"/>
              <a:t>if</a:t>
            </a:r>
            <a:r>
              <a:rPr lang="de-DE" sz="2000" dirty="0"/>
              <a:t> </a:t>
            </a:r>
            <a:r>
              <a:rPr lang="de-DE" sz="2000" dirty="0" err="1"/>
              <a:t>you</a:t>
            </a:r>
            <a:r>
              <a:rPr lang="de-DE" sz="2000" dirty="0"/>
              <a:t> </a:t>
            </a:r>
            <a:r>
              <a:rPr lang="de-DE" sz="2000" dirty="0" err="1"/>
              <a:t>encounter</a:t>
            </a:r>
            <a:r>
              <a:rPr lang="de-DE" sz="2000" dirty="0"/>
              <a:t> </a:t>
            </a:r>
            <a:r>
              <a:rPr lang="de-DE" sz="2000" dirty="0" err="1"/>
              <a:t>issues</a:t>
            </a:r>
            <a:r>
              <a:rPr lang="de-DE" sz="2000" dirty="0"/>
              <a:t> </a:t>
            </a:r>
            <a:r>
              <a:rPr lang="de-DE" sz="2000" dirty="0" err="1"/>
              <a:t>when</a:t>
            </a:r>
            <a:r>
              <a:rPr lang="de-DE" sz="2000" dirty="0"/>
              <a:t> </a:t>
            </a:r>
            <a:r>
              <a:rPr lang="de-DE" sz="2000" dirty="0" err="1"/>
              <a:t>filling</a:t>
            </a:r>
            <a:r>
              <a:rPr lang="de-DE" sz="2000" dirty="0"/>
              <a:t> in </a:t>
            </a:r>
            <a:r>
              <a:rPr lang="de-DE" sz="2000" dirty="0" err="1"/>
              <a:t>the</a:t>
            </a:r>
            <a:r>
              <a:rPr lang="de-DE" sz="2000" dirty="0"/>
              <a:t> Google Form</a:t>
            </a:r>
            <a:endParaRPr sz="2000" dirty="0"/>
          </a:p>
        </p:txBody>
      </p:sp>
      <p:sp>
        <p:nvSpPr>
          <p:cNvPr id="238" name="Google Shape;238;p4">
            <a:extLst>
              <a:ext uri="{FF2B5EF4-FFF2-40B4-BE49-F238E27FC236}">
                <a16:creationId xmlns:a16="http://schemas.microsoft.com/office/drawing/2014/main" id="{91BF0449-FCBF-A4BB-640C-4CFEA1F806B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7326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82268B86-367F-79C6-BF8A-33116662A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">
            <a:extLst>
              <a:ext uri="{FF2B5EF4-FFF2-40B4-BE49-F238E27FC236}">
                <a16:creationId xmlns:a16="http://schemas.microsoft.com/office/drawing/2014/main" id="{E77DDCF6-51B0-B7C4-BBAC-193E3DA729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7442" y="402382"/>
            <a:ext cx="6598854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200" b="1" dirty="0"/>
              <a:t>Online Q&amp;A</a:t>
            </a:r>
            <a:endParaRPr dirty="0"/>
          </a:p>
        </p:txBody>
      </p:sp>
      <p:sp>
        <p:nvSpPr>
          <p:cNvPr id="237" name="Google Shape;237;p4">
            <a:extLst>
              <a:ext uri="{FF2B5EF4-FFF2-40B4-BE49-F238E27FC236}">
                <a16:creationId xmlns:a16="http://schemas.microsoft.com/office/drawing/2014/main" id="{A4C5120F-D9C4-4599-A17B-DEB43AD124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525" y="2333624"/>
            <a:ext cx="8362950" cy="3319661"/>
          </a:xfrm>
          <a:prstGeom prst="rect">
            <a:avLst/>
          </a:prstGeom>
          <a:solidFill>
            <a:schemeClr val="lt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spcBef>
                <a:spcPts val="0"/>
              </a:spcBef>
              <a:buSzPts val="2400"/>
              <a:buFont typeface="Arial"/>
              <a:buChar char="•"/>
            </a:pPr>
            <a:r>
              <a:rPr lang="de-DE" sz="2400" b="1" dirty="0"/>
              <a:t>A </a:t>
            </a:r>
            <a:r>
              <a:rPr lang="de-DE" sz="2400" b="1" dirty="0" err="1"/>
              <a:t>chance</a:t>
            </a:r>
            <a:r>
              <a:rPr lang="de-DE" sz="2400" b="1" dirty="0"/>
              <a:t> </a:t>
            </a:r>
            <a:r>
              <a:rPr lang="de-DE" sz="2400" b="1" dirty="0" err="1"/>
              <a:t>to</a:t>
            </a:r>
            <a:r>
              <a:rPr lang="de-DE" sz="2400" b="1" dirty="0"/>
              <a:t> </a:t>
            </a:r>
            <a:r>
              <a:rPr lang="de-DE" sz="2400" b="1" dirty="0" err="1"/>
              <a:t>ask</a:t>
            </a:r>
            <a:r>
              <a:rPr lang="de-DE" sz="2400" b="1" dirty="0"/>
              <a:t> organizational and </a:t>
            </a:r>
            <a:r>
              <a:rPr lang="de-DE" sz="2400" b="1" dirty="0" err="1"/>
              <a:t>technical</a:t>
            </a:r>
            <a:r>
              <a:rPr lang="de-DE" sz="2400" b="1" dirty="0"/>
              <a:t> </a:t>
            </a:r>
            <a:r>
              <a:rPr lang="de-DE" sz="2400" b="1" dirty="0" err="1"/>
              <a:t>questions</a:t>
            </a:r>
            <a:r>
              <a:rPr lang="de-DE" sz="2400" b="1" dirty="0"/>
              <a:t> on </a:t>
            </a:r>
            <a:r>
              <a:rPr lang="de-DE" sz="2400" b="1" dirty="0" err="1"/>
              <a:t>the</a:t>
            </a:r>
            <a:r>
              <a:rPr lang="de-DE" sz="2400" b="1" dirty="0"/>
              <a:t> AI-</a:t>
            </a:r>
            <a:r>
              <a:rPr lang="de-DE" sz="2400" b="1" dirty="0" err="1"/>
              <a:t>based</a:t>
            </a:r>
            <a:r>
              <a:rPr lang="de-DE" sz="2400" b="1" dirty="0"/>
              <a:t> </a:t>
            </a:r>
            <a:r>
              <a:rPr lang="de-DE" sz="2400" b="1" dirty="0" err="1"/>
              <a:t>infrastructure</a:t>
            </a:r>
            <a:r>
              <a:rPr lang="de-DE" sz="2400" b="1" dirty="0"/>
              <a:t> </a:t>
            </a:r>
            <a:r>
              <a:rPr lang="de-DE" sz="2400" b="1" dirty="0" err="1"/>
              <a:t>before</a:t>
            </a:r>
            <a:r>
              <a:rPr lang="de-DE" sz="2400" b="1" dirty="0"/>
              <a:t> </a:t>
            </a:r>
            <a:r>
              <a:rPr lang="de-DE" sz="2400" b="1" dirty="0" err="1"/>
              <a:t>starting</a:t>
            </a:r>
            <a:r>
              <a:rPr lang="de-DE" sz="2400" b="1" dirty="0"/>
              <a:t> </a:t>
            </a:r>
            <a:r>
              <a:rPr lang="de-DE" sz="2400" b="1" dirty="0" err="1"/>
              <a:t>your</a:t>
            </a:r>
            <a:r>
              <a:rPr lang="de-DE" sz="2400" b="1" dirty="0"/>
              <a:t> </a:t>
            </a:r>
            <a:r>
              <a:rPr lang="de-DE" sz="2400" b="1" dirty="0" err="1"/>
              <a:t>work</a:t>
            </a:r>
            <a:endParaRPr lang="de-DE" sz="2400" dirty="0"/>
          </a:p>
          <a:p>
            <a:pPr marL="800100" lvl="1">
              <a:spcBef>
                <a:spcPts val="0"/>
              </a:spcBef>
              <a:buSzPts val="2400"/>
            </a:pPr>
            <a:endParaRPr lang="de-DE" dirty="0"/>
          </a:p>
          <a:p>
            <a:pPr marL="800100" lvl="1">
              <a:spcBef>
                <a:spcPts val="0"/>
              </a:spcBef>
              <a:buSzPts val="2400"/>
            </a:pPr>
            <a:r>
              <a:rPr lang="en-US" sz="2000" dirty="0"/>
              <a:t>Zoom meeting on 08.05.2026 at 13:00 (CET)</a:t>
            </a:r>
          </a:p>
          <a:p>
            <a:pPr marL="800100" lvl="1">
              <a:spcBef>
                <a:spcPts val="0"/>
              </a:spcBef>
              <a:buSzPts val="2400"/>
            </a:pPr>
            <a:r>
              <a:rPr lang="en-US" sz="2000" dirty="0"/>
              <a:t>Invitation link will be forwarded via email</a:t>
            </a:r>
          </a:p>
        </p:txBody>
      </p:sp>
      <p:sp>
        <p:nvSpPr>
          <p:cNvPr id="238" name="Google Shape;238;p4">
            <a:extLst>
              <a:ext uri="{FF2B5EF4-FFF2-40B4-BE49-F238E27FC236}">
                <a16:creationId xmlns:a16="http://schemas.microsoft.com/office/drawing/2014/main" id="{F98C5048-5C90-25C6-B435-7983C51EB12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4282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"/>
          <p:cNvSpPr txBox="1"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200" b="1">
                <a:latin typeface="Arial Narrow"/>
                <a:ea typeface="Arial Narrow"/>
                <a:cs typeface="Arial Narrow"/>
                <a:sym typeface="Arial Narrow"/>
              </a:rPr>
              <a:t>Grading</a:t>
            </a:r>
            <a:endParaRPr/>
          </a:p>
        </p:txBody>
      </p:sp>
      <p:sp>
        <p:nvSpPr>
          <p:cNvPr id="237" name="Google Shape;237;p4"/>
          <p:cNvSpPr txBox="1">
            <a:spLocks noGrp="1"/>
          </p:cNvSpPr>
          <p:nvPr>
            <p:ph type="body" idx="1"/>
          </p:nvPr>
        </p:nvSpPr>
        <p:spPr>
          <a:xfrm>
            <a:off x="390525" y="1194470"/>
            <a:ext cx="8362950" cy="4458816"/>
          </a:xfrm>
          <a:prstGeom prst="rect">
            <a:avLst/>
          </a:prstGeom>
          <a:solidFill>
            <a:schemeClr val="lt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spcBef>
                <a:spcPts val="0"/>
              </a:spcBef>
              <a:buSzPts val="2400"/>
              <a:buFont typeface="Arial"/>
              <a:buChar char="•"/>
            </a:pPr>
            <a:r>
              <a:rPr lang="de-DE" sz="2400" b="1" u="sng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Prerequisite</a:t>
            </a:r>
            <a:r>
              <a:rPr lang="de-DE" sz="2400" b="1" u="sng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: </a:t>
            </a:r>
            <a:r>
              <a:rPr lang="de-DE" sz="2400" b="1" u="sng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participation</a:t>
            </a:r>
            <a:r>
              <a:rPr lang="de-DE" sz="2400" b="1" u="sng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400" b="1" u="sng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throughout</a:t>
            </a:r>
            <a:r>
              <a:rPr lang="de-DE" sz="2400" b="1" u="sng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400" b="1" u="sng" dirty="0" err="1"/>
              <a:t>the</a:t>
            </a:r>
            <a:r>
              <a:rPr lang="de-DE" sz="2400" b="1" u="sng" dirty="0"/>
              <a:t> </a:t>
            </a:r>
            <a:r>
              <a:rPr lang="de-DE" sz="2400" b="1" u="sng" dirty="0" err="1"/>
              <a:t>seminar</a:t>
            </a:r>
            <a:r>
              <a:rPr lang="de-DE" sz="2400" b="1" u="sng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400" b="1" u="sng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week</a:t>
            </a:r>
            <a:r>
              <a:rPr lang="de-DE" sz="2400" b="1" u="sng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!</a:t>
            </a:r>
            <a:endParaRPr dirty="0"/>
          </a:p>
          <a:p>
            <a:pPr marL="342900" lvl="0" indent="-1905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42900" lvl="0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de-DE" sz="24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Term </a:t>
            </a:r>
            <a:r>
              <a:rPr lang="de-DE" sz="24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paper</a:t>
            </a:r>
            <a:r>
              <a:rPr lang="de-DE" sz="24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4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preparation</a:t>
            </a:r>
            <a:r>
              <a:rPr lang="de-DE" sz="24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and </a:t>
            </a:r>
            <a:r>
              <a:rPr lang="de-DE" sz="24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presentation</a:t>
            </a:r>
            <a:endParaRPr sz="2400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687070" lvl="2" indent="-241300">
              <a:buSzPts val="2400"/>
            </a:pPr>
            <a:r>
              <a:rPr lang="de-DE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Key </a:t>
            </a:r>
            <a:r>
              <a:rPr lang="de-DE" sz="20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points</a:t>
            </a:r>
            <a:r>
              <a:rPr lang="de-DE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: </a:t>
            </a:r>
            <a:r>
              <a:rPr lang="de-DE" sz="2000" dirty="0" err="1"/>
              <a:t>quality</a:t>
            </a:r>
            <a:r>
              <a:rPr lang="de-DE" sz="2000" dirty="0"/>
              <a:t> and </a:t>
            </a:r>
            <a:r>
              <a:rPr lang="de-DE" sz="2000" dirty="0" err="1"/>
              <a:t>focus</a:t>
            </a:r>
            <a:r>
              <a:rPr lang="de-DE" sz="2000" dirty="0"/>
              <a:t> </a:t>
            </a:r>
            <a:r>
              <a:rPr lang="de-DE" sz="2000" dirty="0" err="1"/>
              <a:t>of</a:t>
            </a:r>
            <a:r>
              <a:rPr lang="de-DE" sz="2000" dirty="0"/>
              <a:t> </a:t>
            </a:r>
            <a:r>
              <a:rPr lang="de-DE" sz="2000" dirty="0" err="1"/>
              <a:t>analysis</a:t>
            </a:r>
            <a:r>
              <a:rPr lang="de-DE" sz="2000" dirty="0"/>
              <a:t>, </a:t>
            </a:r>
            <a:r>
              <a:rPr lang="de-DE" sz="2000" dirty="0" err="1"/>
              <a:t>accurate</a:t>
            </a:r>
            <a:r>
              <a:rPr lang="de-DE" sz="2000" dirty="0"/>
              <a:t> and </a:t>
            </a:r>
            <a:r>
              <a:rPr lang="de-DE" sz="2000" dirty="0" err="1"/>
              <a:t>properly</a:t>
            </a:r>
            <a:r>
              <a:rPr lang="de-DE" sz="2000" dirty="0"/>
              <a:t> </a:t>
            </a:r>
            <a:r>
              <a:rPr lang="de-DE" sz="2000" dirty="0" err="1"/>
              <a:t>cited</a:t>
            </a:r>
            <a:r>
              <a:rPr lang="de-DE" sz="2000" dirty="0"/>
              <a:t> </a:t>
            </a:r>
            <a:r>
              <a:rPr lang="de-DE" sz="2000" dirty="0" err="1"/>
              <a:t>sources</a:t>
            </a:r>
            <a:r>
              <a:rPr lang="de-DE" sz="2000" dirty="0"/>
              <a:t>, </a:t>
            </a:r>
            <a:r>
              <a:rPr lang="de-DE" sz="2000" dirty="0" err="1"/>
              <a:t>team</a:t>
            </a:r>
            <a:r>
              <a:rPr lang="de-DE" sz="2000" dirty="0"/>
              <a:t> </a:t>
            </a:r>
            <a:r>
              <a:rPr lang="de-DE" sz="2000" dirty="0" err="1"/>
              <a:t>work</a:t>
            </a:r>
            <a:r>
              <a:rPr lang="de-DE" sz="2000" dirty="0"/>
              <a:t>: </a:t>
            </a:r>
            <a:r>
              <a:rPr lang="de-DE" sz="2000" dirty="0" err="1"/>
              <a:t>comparison</a:t>
            </a:r>
            <a:r>
              <a:rPr lang="de-DE" sz="2000" dirty="0"/>
              <a:t> </a:t>
            </a:r>
            <a:r>
              <a:rPr lang="de-DE" sz="2000" dirty="0" err="1"/>
              <a:t>across</a:t>
            </a:r>
            <a:r>
              <a:rPr lang="de-DE" sz="2000" dirty="0"/>
              <a:t> </a:t>
            </a:r>
            <a:r>
              <a:rPr lang="de-DE" sz="2000" dirty="0" err="1"/>
              <a:t>cases</a:t>
            </a:r>
            <a:r>
              <a:rPr lang="de-DE" sz="2000" dirty="0"/>
              <a:t> and </a:t>
            </a:r>
            <a:r>
              <a:rPr lang="de-DE" sz="2000" dirty="0" err="1"/>
              <a:t>generalizable</a:t>
            </a:r>
            <a:r>
              <a:rPr lang="de-DE" sz="2000" dirty="0"/>
              <a:t> </a:t>
            </a:r>
            <a:r>
              <a:rPr lang="de-DE" sz="2000" dirty="0" err="1"/>
              <a:t>lessons</a:t>
            </a:r>
            <a:r>
              <a:rPr lang="de-DE" sz="2000" dirty="0"/>
              <a:t> </a:t>
            </a:r>
            <a:r>
              <a:rPr lang="de-DE" sz="2000" dirty="0" err="1"/>
              <a:t>learned</a:t>
            </a:r>
            <a:r>
              <a:rPr lang="de-DE" sz="2000" dirty="0"/>
              <a:t>  </a:t>
            </a:r>
            <a:br>
              <a:rPr lang="de-DE" sz="2400" dirty="0"/>
            </a:br>
            <a:endParaRPr sz="2400">
              <a:solidFill>
                <a:srgbClr val="000000"/>
              </a:solidFill>
              <a:latin typeface="Arial Narrow"/>
              <a:ea typeface="Arial Narrow"/>
              <a:cs typeface="Arial Narrow"/>
            </a:endParaRPr>
          </a:p>
          <a:p>
            <a:pPr marL="342900" indent="-342900">
              <a:buSzPts val="2400"/>
              <a:buFont typeface="Arial"/>
              <a:buChar char="•"/>
            </a:pPr>
            <a:r>
              <a:rPr lang="de-DE" sz="24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Detailed</a:t>
            </a:r>
            <a:r>
              <a:rPr lang="de-DE" sz="24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4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documentation</a:t>
            </a:r>
            <a:r>
              <a:rPr lang="de-DE" sz="24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4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of</a:t>
            </a:r>
            <a:r>
              <a:rPr lang="de-DE" sz="24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400" dirty="0"/>
              <a:t>AI </a:t>
            </a:r>
            <a:r>
              <a:rPr lang="de-DE" sz="2400" dirty="0" err="1"/>
              <a:t>related</a:t>
            </a:r>
            <a:r>
              <a:rPr lang="de-DE" sz="2400" dirty="0"/>
              <a:t> </a:t>
            </a:r>
            <a:r>
              <a:rPr lang="de-DE" sz="2400" dirty="0" err="1"/>
              <a:t>activities</a:t>
            </a:r>
            <a:r>
              <a:rPr lang="de-DE" sz="2400" dirty="0"/>
              <a:t> </a:t>
            </a:r>
            <a:r>
              <a:rPr lang="de-DE" sz="2400" dirty="0" err="1"/>
              <a:t>for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term</a:t>
            </a:r>
            <a:r>
              <a:rPr lang="de-DE" sz="24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4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paper</a:t>
            </a:r>
            <a:endParaRPr lang="de-DE" sz="2400" dirty="0"/>
          </a:p>
          <a:p>
            <a:pPr marL="687070" lvl="2" indent="-2413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 Narrow"/>
              <a:buChar char="–"/>
            </a:pPr>
            <a:r>
              <a:rPr lang="de-DE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Focus on </a:t>
            </a:r>
            <a:r>
              <a:rPr lang="de-DE" sz="20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employed</a:t>
            </a:r>
            <a:r>
              <a:rPr lang="de-DE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prompts</a:t>
            </a:r>
            <a:r>
              <a:rPr lang="de-DE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and </a:t>
            </a:r>
            <a:r>
              <a:rPr lang="de-DE" sz="20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iterations</a:t>
            </a:r>
            <a:r>
              <a:rPr lang="de-DE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required</a:t>
            </a:r>
            <a:r>
              <a:rPr lang="de-DE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to</a:t>
            </a:r>
            <a:r>
              <a:rPr lang="de-DE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refine</a:t>
            </a:r>
            <a:r>
              <a:rPr lang="de-DE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output</a:t>
            </a:r>
            <a:endParaRPr lang="de-DE" sz="2000" dirty="0">
              <a:solidFill>
                <a:srgbClr val="000000"/>
              </a:solidFill>
              <a:latin typeface="Arial Narrow"/>
              <a:ea typeface="Arial Narrow"/>
              <a:cs typeface="Arial Narrow"/>
            </a:endParaRPr>
          </a:p>
          <a:p>
            <a:pPr marL="687070" lvl="2" indent="-2413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 Narrow"/>
              <a:buChar char="–"/>
            </a:pPr>
            <a:r>
              <a:rPr lang="de-DE" sz="2000" dirty="0"/>
              <a:t>Goal </a:t>
            </a:r>
            <a:r>
              <a:rPr lang="de-DE" sz="2000" dirty="0" err="1"/>
              <a:t>is</a:t>
            </a:r>
            <a:r>
              <a:rPr lang="de-DE" sz="2000" dirty="0"/>
              <a:t> </a:t>
            </a:r>
            <a:r>
              <a:rPr lang="de-DE" sz="2000" dirty="0" err="1"/>
              <a:t>eliminating</a:t>
            </a:r>
            <a:r>
              <a:rPr lang="de-DE" sz="2000" dirty="0"/>
              <a:t> </a:t>
            </a:r>
            <a:r>
              <a:rPr lang="de-DE" sz="2000" dirty="0" err="1"/>
              <a:t>hallucination</a:t>
            </a:r>
            <a:r>
              <a:rPr lang="de-DE" sz="2000" dirty="0"/>
              <a:t> and </a:t>
            </a:r>
            <a:r>
              <a:rPr lang="de-DE" sz="2000" dirty="0" err="1"/>
              <a:t>unsupported</a:t>
            </a:r>
            <a:r>
              <a:rPr lang="de-DE" sz="2000" dirty="0"/>
              <a:t> </a:t>
            </a:r>
            <a:r>
              <a:rPr lang="de-DE" sz="2000" dirty="0" err="1"/>
              <a:t>claims</a:t>
            </a:r>
            <a:endParaRPr sz="2000">
              <a:solidFill>
                <a:srgbClr val="000000"/>
              </a:solidFill>
              <a:latin typeface="Arial Narrow"/>
              <a:ea typeface="Arial Narrow"/>
              <a:cs typeface="Arial Narrow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42900" lvl="0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de-DE" sz="2400" b="1" u="sng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Assignments</a:t>
            </a:r>
            <a:r>
              <a:rPr lang="de-DE" sz="2400" b="1" u="sng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and </a:t>
            </a:r>
            <a:r>
              <a:rPr lang="de-DE" sz="2400" b="1" u="sng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communication</a:t>
            </a:r>
            <a:r>
              <a:rPr lang="de-DE" sz="2400" b="1" u="sng" dirty="0"/>
              <a:t>:</a:t>
            </a:r>
            <a:r>
              <a:rPr lang="de-DE" sz="2400" b="1" u="sng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in English</a:t>
            </a:r>
            <a:endParaRPr dirty="0"/>
          </a:p>
          <a:p>
            <a:pPr marL="342900" lvl="0" indent="-1905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42900" indent="-342900">
              <a:buSzPts val="2400"/>
              <a:buFont typeface="Arial"/>
              <a:buChar char="•"/>
            </a:pPr>
            <a:r>
              <a:rPr lang="de-DE" sz="2400" b="1" dirty="0" err="1"/>
              <a:t>Literature</a:t>
            </a:r>
            <a:r>
              <a:rPr lang="de-DE" sz="2400" b="1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400" b="1" dirty="0" err="1"/>
              <a:t>is</a:t>
            </a:r>
            <a:r>
              <a:rPr lang="de-DE" sz="2400" b="1" dirty="0"/>
              <a:t> </a:t>
            </a:r>
            <a:r>
              <a:rPr lang="de-DE" sz="2400" b="1" dirty="0" err="1"/>
              <a:t>partly</a:t>
            </a:r>
            <a:r>
              <a:rPr lang="de-DE" sz="2400" b="1" dirty="0"/>
              <a:t> </a:t>
            </a:r>
            <a:r>
              <a:rPr lang="de-DE" sz="2400" b="1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English and German</a:t>
            </a:r>
            <a:r>
              <a:rPr lang="de-DE" sz="2400" b="1" dirty="0"/>
              <a:t> </a:t>
            </a:r>
            <a:endParaRPr sz="2800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38" name="Google Shape;238;p4"/>
          <p:cNvSpPr txBox="1">
            <a:spLocks noGrp="1"/>
          </p:cNvSpPr>
          <p:nvPr>
            <p:ph type="sldNum" idx="12"/>
          </p:nvPr>
        </p:nvSpPr>
        <p:spPr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"/>
          <p:cNvSpPr txBox="1"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de-DE" sz="3200" b="1" dirty="0">
                <a:latin typeface="Arial Narrow"/>
                <a:ea typeface="Arial Narrow"/>
                <a:cs typeface="Arial Narrow"/>
                <a:sym typeface="Arial Narrow"/>
              </a:rPr>
              <a:t>Timeline</a:t>
            </a:r>
            <a:r>
              <a:rPr lang="de-DE" sz="3200" b="1" dirty="0"/>
              <a:t> (</a:t>
            </a:r>
            <a:r>
              <a:rPr lang="de-DE" sz="3200" b="1" dirty="0" err="1"/>
              <a:t>subject</a:t>
            </a:r>
            <a:r>
              <a:rPr lang="de-DE" sz="3200" b="1" dirty="0"/>
              <a:t> </a:t>
            </a:r>
            <a:r>
              <a:rPr lang="de-DE" sz="3200" b="1" dirty="0" err="1"/>
              <a:t>to</a:t>
            </a:r>
            <a:r>
              <a:rPr lang="de-DE" sz="3200" b="1" dirty="0"/>
              <a:t> </a:t>
            </a:r>
            <a:r>
              <a:rPr lang="de-DE" sz="3200" b="1" dirty="0" err="1"/>
              <a:t>adjustments</a:t>
            </a:r>
            <a:r>
              <a:rPr lang="de-DE" sz="3200" b="1" dirty="0"/>
              <a:t>)</a:t>
            </a:r>
            <a:endParaRPr dirty="0"/>
          </a:p>
        </p:txBody>
      </p:sp>
      <p:sp>
        <p:nvSpPr>
          <p:cNvPr id="244" name="Google Shape;244;p5"/>
          <p:cNvSpPr txBox="1">
            <a:spLocks noGrp="1"/>
          </p:cNvSpPr>
          <p:nvPr>
            <p:ph type="body" idx="1"/>
          </p:nvPr>
        </p:nvSpPr>
        <p:spPr>
          <a:xfrm>
            <a:off x="390525" y="1145724"/>
            <a:ext cx="8362950" cy="44588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de-DE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27.4 – Pre-</a:t>
            </a:r>
            <a:r>
              <a:rPr lang="de-DE" sz="20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reading</a:t>
            </a:r>
            <a:r>
              <a:rPr lang="de-DE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materials</a:t>
            </a:r>
            <a:r>
              <a:rPr lang="de-DE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on AI out</a:t>
            </a:r>
            <a:endParaRPr sz="2000" dirty="0"/>
          </a:p>
          <a:p>
            <a:pPr marL="342900" lvl="0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de-DE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30.4 – Intro </a:t>
            </a:r>
            <a:r>
              <a:rPr lang="de-DE" sz="20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meeting</a:t>
            </a:r>
            <a:r>
              <a:rPr lang="de-DE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and </a:t>
            </a:r>
            <a:r>
              <a:rPr lang="de-DE" sz="20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session</a:t>
            </a:r>
            <a:r>
              <a:rPr lang="de-DE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on </a:t>
            </a:r>
            <a:r>
              <a:rPr lang="de-DE" sz="20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agentic</a:t>
            </a:r>
            <a:r>
              <a:rPr lang="de-DE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frameworks</a:t>
            </a:r>
            <a:endParaRPr lang="de-DE" sz="2000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42900" lvl="0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de-DE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7.5 – Deadline </a:t>
            </a:r>
            <a:r>
              <a:rPr lang="de-DE" sz="20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for</a:t>
            </a:r>
            <a:r>
              <a:rPr lang="de-DE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seminar</a:t>
            </a:r>
            <a:r>
              <a:rPr lang="de-DE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registration</a:t>
            </a:r>
            <a:r>
              <a:rPr lang="de-DE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confirmation</a:t>
            </a:r>
            <a:r>
              <a:rPr lang="de-DE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/>
              <a:t>(</a:t>
            </a:r>
            <a:r>
              <a:rPr lang="de-DE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Google Form)</a:t>
            </a:r>
          </a:p>
          <a:p>
            <a:pPr marL="342900" lvl="0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de-DE" sz="2000" dirty="0"/>
              <a:t>8.5 – Term </a:t>
            </a:r>
            <a:r>
              <a:rPr lang="de-DE" sz="2000" dirty="0" err="1"/>
              <a:t>paper</a:t>
            </a:r>
            <a:r>
              <a:rPr lang="de-DE" sz="2000" dirty="0"/>
              <a:t> </a:t>
            </a:r>
            <a:r>
              <a:rPr lang="de-DE" sz="2000" dirty="0" err="1"/>
              <a:t>topics</a:t>
            </a:r>
            <a:r>
              <a:rPr lang="de-DE" sz="2000" dirty="0"/>
              <a:t> and </a:t>
            </a:r>
            <a:r>
              <a:rPr lang="de-DE" sz="2000" dirty="0" err="1"/>
              <a:t>assignment</a:t>
            </a:r>
            <a:r>
              <a:rPr lang="de-DE" sz="2000" dirty="0"/>
              <a:t> out, online Q&amp;A</a:t>
            </a:r>
            <a:endParaRPr sz="2000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42900" lvl="0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de-DE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29.6 – Term </a:t>
            </a:r>
            <a:r>
              <a:rPr lang="de-DE" sz="20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paper</a:t>
            </a:r>
            <a:r>
              <a:rPr lang="de-DE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due / Oxford-style </a:t>
            </a:r>
            <a:r>
              <a:rPr lang="de-DE" sz="20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debate</a:t>
            </a:r>
            <a:r>
              <a:rPr lang="de-DE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topics</a:t>
            </a:r>
            <a:r>
              <a:rPr lang="de-DE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allocated</a:t>
            </a:r>
            <a:endParaRPr sz="2000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42900" lvl="0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de-DE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6.7 – Term </a:t>
            </a:r>
            <a:r>
              <a:rPr lang="de-DE" sz="20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paper</a:t>
            </a:r>
            <a:r>
              <a:rPr lang="de-DE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presentations</a:t>
            </a:r>
            <a:endParaRPr sz="2000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42900" lvl="0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de-DE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7.7 – Oxford-style </a:t>
            </a:r>
            <a:r>
              <a:rPr lang="de-DE" sz="20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debates</a:t>
            </a:r>
            <a:endParaRPr sz="2000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42900" lvl="0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de-DE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8.7 – Intro </a:t>
            </a:r>
            <a:r>
              <a:rPr lang="de-DE" sz="20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to</a:t>
            </a:r>
            <a:r>
              <a:rPr lang="de-DE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company</a:t>
            </a:r>
            <a:r>
              <a:rPr lang="de-DE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valuation</a:t>
            </a:r>
            <a:r>
              <a:rPr lang="de-DE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/ </a:t>
            </a:r>
            <a:r>
              <a:rPr lang="de-DE" sz="20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Valuation</a:t>
            </a:r>
            <a:r>
              <a:rPr lang="de-DE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case</a:t>
            </a:r>
            <a:endParaRPr sz="2000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42900" lvl="0" indent="-34290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de-DE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9.7 – </a:t>
            </a:r>
            <a:r>
              <a:rPr lang="de-DE" sz="20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Valuation</a:t>
            </a:r>
            <a:r>
              <a:rPr lang="de-DE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case</a:t>
            </a:r>
            <a:r>
              <a:rPr lang="de-DE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discussion</a:t>
            </a:r>
            <a:r>
              <a:rPr lang="de-DE" sz="2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and </a:t>
            </a:r>
            <a:r>
              <a:rPr lang="de-DE" sz="2000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wrap-up</a:t>
            </a:r>
            <a:endParaRPr sz="2000" b="1" u="sng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45" name="Google Shape;245;p5"/>
          <p:cNvSpPr txBox="1">
            <a:spLocks noGrp="1"/>
          </p:cNvSpPr>
          <p:nvPr>
            <p:ph type="sldNum" idx="12"/>
          </p:nvPr>
        </p:nvSpPr>
        <p:spPr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8</a:t>
            </a:fld>
            <a:endParaRPr/>
          </a:p>
        </p:txBody>
      </p:sp>
      <p:pic>
        <p:nvPicPr>
          <p:cNvPr id="246" name="Google Shape;24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59852" y="4264868"/>
            <a:ext cx="4824296" cy="24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"/>
          <p:cNvSpPr/>
          <p:nvPr/>
        </p:nvSpPr>
        <p:spPr>
          <a:xfrm>
            <a:off x="8767800" y="6669000"/>
            <a:ext cx="180720" cy="16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9</a:t>
            </a:fld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304800" y="1295400"/>
            <a:ext cx="8763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90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4590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458470" indent="-457200">
              <a:buSzPts val="2000"/>
              <a:buFont typeface="Arial"/>
              <a:buChar char="•"/>
            </a:pPr>
            <a:r>
              <a:rPr lang="de-DE" sz="2000" b="1" dirty="0">
                <a:latin typeface="Arial Narrow"/>
                <a:ea typeface="Arial Narrow"/>
                <a:cs typeface="Arial Narrow"/>
              </a:rPr>
              <a:t>Company </a:t>
            </a:r>
            <a:r>
              <a:rPr lang="de-DE" sz="2000" b="1" dirty="0" err="1">
                <a:latin typeface="Arial Narrow"/>
                <a:ea typeface="Arial Narrow"/>
                <a:cs typeface="Arial Narrow"/>
              </a:rPr>
              <a:t>financial</a:t>
            </a:r>
            <a:r>
              <a:rPr lang="de-DE" sz="2000" b="1" dirty="0">
                <a:latin typeface="Arial Narrow"/>
                <a:ea typeface="Arial Narrow"/>
                <a:cs typeface="Arial Narrow"/>
              </a:rPr>
              <a:t> </a:t>
            </a:r>
            <a:r>
              <a:rPr lang="de-DE" sz="2000" b="1" dirty="0" err="1">
                <a:latin typeface="Arial Narrow"/>
                <a:ea typeface="Arial Narrow"/>
                <a:cs typeface="Arial Narrow"/>
              </a:rPr>
              <a:t>statements</a:t>
            </a:r>
            <a:r>
              <a:rPr lang="de-DE" sz="2000" b="1" dirty="0">
                <a:latin typeface="Arial Narrow"/>
                <a:ea typeface="Arial Narrow"/>
                <a:cs typeface="Arial Narrow"/>
              </a:rPr>
              <a:t> &amp; </a:t>
            </a:r>
            <a:r>
              <a:rPr lang="de-DE" sz="2000" b="1" dirty="0" err="1">
                <a:latin typeface="Arial Narrow"/>
                <a:ea typeface="Arial Narrow"/>
                <a:cs typeface="Arial Narrow"/>
              </a:rPr>
              <a:t>disclosures</a:t>
            </a:r>
            <a:r>
              <a:rPr lang="de-DE" sz="2000" b="1" dirty="0">
                <a:latin typeface="Arial Narrow"/>
                <a:ea typeface="Arial Narrow"/>
                <a:cs typeface="Arial Narrow"/>
              </a:rPr>
              <a:t> </a:t>
            </a:r>
            <a:r>
              <a:rPr lang="de-DE" sz="2000" b="1" dirty="0" err="1">
                <a:latin typeface="Arial Narrow"/>
                <a:ea typeface="Arial Narrow"/>
                <a:cs typeface="Arial Narrow"/>
              </a:rPr>
              <a:t>contain</a:t>
            </a:r>
            <a:r>
              <a:rPr lang="de-DE" sz="2000" b="1" dirty="0">
                <a:latin typeface="Arial Narrow"/>
                <a:ea typeface="Arial Narrow"/>
                <a:cs typeface="Arial Narrow"/>
              </a:rPr>
              <a:t> a </a:t>
            </a:r>
            <a:r>
              <a:rPr lang="de-DE" sz="2000" b="1" dirty="0" err="1">
                <a:latin typeface="Arial Narrow"/>
                <a:ea typeface="Arial Narrow"/>
                <a:cs typeface="Arial Narrow"/>
              </a:rPr>
              <a:t>lot</a:t>
            </a:r>
            <a:r>
              <a:rPr lang="de-DE" sz="2000" b="1" dirty="0">
                <a:latin typeface="Arial Narrow"/>
                <a:ea typeface="Arial Narrow"/>
                <a:cs typeface="Arial Narrow"/>
              </a:rPr>
              <a:t> </a:t>
            </a:r>
            <a:r>
              <a:rPr lang="de-DE" sz="2000" b="1" dirty="0" err="1">
                <a:latin typeface="Arial Narrow"/>
                <a:ea typeface="Arial Narrow"/>
                <a:cs typeface="Arial Narrow"/>
              </a:rPr>
              <a:t>of</a:t>
            </a:r>
            <a:r>
              <a:rPr lang="de-DE" sz="2000" b="1" dirty="0">
                <a:latin typeface="Arial Narrow"/>
                <a:ea typeface="Arial Narrow"/>
                <a:cs typeface="Arial Narrow"/>
              </a:rPr>
              <a:t> </a:t>
            </a:r>
            <a:r>
              <a:rPr lang="de-DE" sz="2000" b="1" dirty="0" err="1">
                <a:latin typeface="Arial Narrow"/>
                <a:ea typeface="Arial Narrow"/>
                <a:cs typeface="Arial Narrow"/>
              </a:rPr>
              <a:t>information</a:t>
            </a:r>
            <a:endParaRPr lang="de-DE" sz="2000" b="1" dirty="0">
              <a:latin typeface="Arial Narrow"/>
              <a:ea typeface="Arial Narrow"/>
              <a:cs typeface="Arial Narrow"/>
            </a:endParaRPr>
          </a:p>
          <a:p>
            <a:pPr marL="458470" indent="-457200">
              <a:buSzPts val="2000"/>
              <a:buFont typeface="Arial"/>
              <a:buChar char="•"/>
            </a:pPr>
            <a:endParaRPr lang="de-DE" sz="2000" b="1" dirty="0">
              <a:latin typeface="Arial Narrow"/>
              <a:ea typeface="Arial Narrow"/>
              <a:cs typeface="Arial Narrow"/>
            </a:endParaRPr>
          </a:p>
          <a:p>
            <a:pPr marL="458470" marR="0" lvl="0" indent="-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de-DE" sz="2000" b="1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Classics</a:t>
            </a:r>
            <a:endParaRPr sz="2000" b="1" i="0" u="sng" strike="noStrike" cap="none" dirty="0">
              <a:solidFill>
                <a:srgbClr val="000000"/>
              </a:solidFill>
              <a:latin typeface="Arial Narrow"/>
              <a:ea typeface="Arial Narrow"/>
              <a:cs typeface="Arial Narrow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915670" lvl="1" indent="-457200">
              <a:buSzPts val="2000"/>
              <a:buFont typeface="Arial Narrow"/>
              <a:buChar char="•"/>
            </a:pPr>
            <a:r>
              <a:rPr lang="de-DE" sz="2000" i="0" u="sng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Scholar</a:t>
            </a:r>
            <a:endParaRPr sz="2000" i="0" u="none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</a:endParaRPr>
          </a:p>
          <a:p>
            <a:pPr marL="915670" marR="0" lvl="1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 Narrow"/>
              <a:buChar char="•"/>
            </a:pPr>
            <a:r>
              <a:rPr lang="de-DE" sz="2000" i="0" u="sng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JSTOR Home</a:t>
            </a:r>
            <a:endParaRPr sz="2000" i="0" u="none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</a:endParaRPr>
          </a:p>
          <a:p>
            <a:pPr marL="915670" marR="0" lvl="1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 Narrow"/>
              <a:buChar char="•"/>
            </a:pPr>
            <a:r>
              <a:rPr lang="de-DE" sz="2000" i="0" u="sng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SSRN Home Page</a:t>
            </a:r>
            <a:endParaRPr sz="2000" b="1" i="0" u="none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</a:endParaRPr>
          </a:p>
          <a:p>
            <a:pPr marL="4590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45847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de-DE" sz="2000" b="1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GenAI</a:t>
            </a:r>
            <a:r>
              <a:rPr lang="de-DE" sz="2000" b="1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b="1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tools</a:t>
            </a:r>
            <a:endParaRPr dirty="0" err="1"/>
          </a:p>
          <a:p>
            <a:pPr marL="915670" marR="0" lvl="1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 Narrow"/>
              <a:buChar char="•"/>
            </a:pPr>
            <a:r>
              <a:rPr lang="de-DE" sz="2000" i="0" u="sng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Elicit: AI for scientific research</a:t>
            </a:r>
            <a:endParaRPr sz="2000" i="0" u="none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</a:endParaRPr>
          </a:p>
          <a:p>
            <a:pPr marL="915670" marR="0" lvl="1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 Narrow"/>
              <a:buChar char="•"/>
            </a:pPr>
            <a:r>
              <a:rPr lang="de-DE" sz="2000" i="0" u="sng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OpenRead - AI Research Platform | Research Intelligence for Everyone</a:t>
            </a:r>
            <a:endParaRPr sz="2000" i="0" u="sng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  <a:hlinkClick r:id="rId8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915670" marR="0" lvl="1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 Narrow"/>
              <a:buChar char="•"/>
            </a:pPr>
            <a:r>
              <a:rPr lang="de-DE" sz="2000" i="0" u="sng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SciSpace AI Research Agent | 150+ Tools, 280 M Papers</a:t>
            </a:r>
            <a:endParaRPr sz="2000" i="0" u="none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</a:endParaRPr>
          </a:p>
          <a:p>
            <a:pPr marL="4590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435187" y="279172"/>
            <a:ext cx="7004160" cy="650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200" b="1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Where to get started with literature</a:t>
            </a: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>
          <a:extLst>
            <a:ext uri="{FF2B5EF4-FFF2-40B4-BE49-F238E27FC236}">
              <a16:creationId xmlns:a16="http://schemas.microsoft.com/office/drawing/2014/main" id="{A210616F-4F44-2EC1-4FE1-8FF4D3CFC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">
            <a:extLst>
              <a:ext uri="{FF2B5EF4-FFF2-40B4-BE49-F238E27FC236}">
                <a16:creationId xmlns:a16="http://schemas.microsoft.com/office/drawing/2014/main" id="{46FB0DF8-282A-110B-2E6A-28B1607135EC}"/>
              </a:ext>
            </a:extLst>
          </p:cNvPr>
          <p:cNvSpPr/>
          <p:nvPr/>
        </p:nvSpPr>
        <p:spPr>
          <a:xfrm>
            <a:off x="8767800" y="6669000"/>
            <a:ext cx="180720" cy="16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10</a:t>
            </a:fld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8">
            <a:extLst>
              <a:ext uri="{FF2B5EF4-FFF2-40B4-BE49-F238E27FC236}">
                <a16:creationId xmlns:a16="http://schemas.microsoft.com/office/drawing/2014/main" id="{58C10DF9-69C6-00F1-98EA-3320CDC71D97}"/>
              </a:ext>
            </a:extLst>
          </p:cNvPr>
          <p:cNvSpPr/>
          <p:nvPr/>
        </p:nvSpPr>
        <p:spPr>
          <a:xfrm>
            <a:off x="195480" y="1186037"/>
            <a:ext cx="8763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8470" indent="-457200">
              <a:buSzPts val="2000"/>
              <a:buFont typeface="Arial"/>
              <a:buChar char="•"/>
            </a:pPr>
            <a:r>
              <a:rPr lang="de-DE" sz="1600" b="1" dirty="0">
                <a:latin typeface="Arial Narrow"/>
                <a:ea typeface="Arial Narrow"/>
                <a:cs typeface="Arial Narrow"/>
              </a:rPr>
              <a:t>Google Scholar</a:t>
            </a:r>
          </a:p>
          <a:p>
            <a:pPr marL="458470" indent="-457200">
              <a:buSzPts val="2000"/>
              <a:buFont typeface="Arial"/>
              <a:buChar char="•"/>
            </a:pPr>
            <a:endParaRPr lang="de-DE" sz="2000" b="1" dirty="0">
              <a:latin typeface="Arial Narrow"/>
              <a:ea typeface="Arial Narrow"/>
              <a:cs typeface="Arial Narrow"/>
            </a:endParaRPr>
          </a:p>
          <a:p>
            <a:pPr marL="458470" indent="-457200">
              <a:buSzPts val="2000"/>
              <a:buFont typeface="Arial"/>
              <a:buChar char="•"/>
            </a:pPr>
            <a:endParaRPr lang="de-DE" sz="2000" b="1" dirty="0">
              <a:latin typeface="Arial Narrow"/>
              <a:ea typeface="Arial Narrow"/>
              <a:cs typeface="Arial Narrow"/>
            </a:endParaRPr>
          </a:p>
          <a:p>
            <a:pPr marL="458470" indent="-457200">
              <a:buSzPts val="2000"/>
              <a:buFont typeface="Arial"/>
              <a:buChar char="•"/>
            </a:pPr>
            <a:endParaRPr lang="de-DE" sz="2000" b="1" dirty="0">
              <a:latin typeface="Arial Narrow"/>
              <a:ea typeface="Arial Narrow"/>
              <a:cs typeface="Arial Narrow"/>
            </a:endParaRPr>
          </a:p>
          <a:p>
            <a:pPr marL="458470" indent="-457200">
              <a:buSzPts val="2000"/>
              <a:buFont typeface="Arial"/>
              <a:buChar char="•"/>
            </a:pPr>
            <a:endParaRPr lang="de-DE" sz="2000" b="1" dirty="0">
              <a:latin typeface="Arial Narrow"/>
              <a:ea typeface="Arial Narrow"/>
              <a:cs typeface="Arial Narrow"/>
            </a:endParaRPr>
          </a:p>
          <a:p>
            <a:pPr marL="458470" indent="-457200">
              <a:buSzPts val="2000"/>
              <a:buFont typeface="Arial"/>
              <a:buChar char="•"/>
            </a:pPr>
            <a:endParaRPr lang="de-DE" sz="2000" b="1" dirty="0">
              <a:latin typeface="Arial Narrow"/>
              <a:ea typeface="Arial Narrow"/>
              <a:cs typeface="Arial Narrow"/>
            </a:endParaRPr>
          </a:p>
          <a:p>
            <a:pPr marL="458470" indent="-457200">
              <a:buSzPts val="2000"/>
              <a:buFont typeface="Arial"/>
              <a:buChar char="•"/>
            </a:pPr>
            <a:endParaRPr lang="de-DE" sz="1600" b="1" dirty="0">
              <a:latin typeface="Arial Narrow"/>
              <a:ea typeface="Arial Narrow"/>
              <a:cs typeface="Arial Narrow"/>
            </a:endParaRPr>
          </a:p>
          <a:p>
            <a:pPr marL="458470" indent="-457200">
              <a:buSzPts val="2000"/>
              <a:buFont typeface="Arial"/>
              <a:buChar char="•"/>
            </a:pPr>
            <a:r>
              <a:rPr lang="de-DE" sz="1600" b="1" dirty="0">
                <a:latin typeface="Arial Narrow"/>
                <a:ea typeface="Arial Narrow"/>
                <a:cs typeface="Arial Narrow"/>
              </a:rPr>
              <a:t>SSRN</a:t>
            </a:r>
          </a:p>
          <a:p>
            <a:pPr marL="4590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de-DE" sz="2000" b="1" dirty="0">
              <a:latin typeface="Arial Narrow"/>
              <a:ea typeface="Arial Narrow"/>
              <a:cs typeface="Arial Narrow"/>
            </a:endParaRPr>
          </a:p>
          <a:p>
            <a:pPr marL="4590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de-DE" sz="2000" b="1" i="0" u="none" strike="noStrike" cap="none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4590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de-DE" sz="2000"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4590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de-DE" sz="2000" b="1" i="0" u="none" strike="noStrike" cap="none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1270"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endParaRPr sz="2000" i="0" u="none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</a:endParaRPr>
          </a:p>
          <a:p>
            <a:pPr marL="4590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8">
            <a:extLst>
              <a:ext uri="{FF2B5EF4-FFF2-40B4-BE49-F238E27FC236}">
                <a16:creationId xmlns:a16="http://schemas.microsoft.com/office/drawing/2014/main" id="{5F53D4A5-ED92-06DD-D47C-9C7E35D38A8D}"/>
              </a:ext>
            </a:extLst>
          </p:cNvPr>
          <p:cNvSpPr/>
          <p:nvPr/>
        </p:nvSpPr>
        <p:spPr>
          <a:xfrm>
            <a:off x="435187" y="279172"/>
            <a:ext cx="7004160" cy="650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200" b="1" i="0" u="none" strike="noStrike" cap="none" dirty="0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Who </a:t>
            </a:r>
            <a:r>
              <a:rPr lang="de-DE" sz="3200" b="1" i="0" u="none" strike="noStrike" cap="none" dirty="0" err="1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has</a:t>
            </a:r>
            <a:r>
              <a:rPr lang="de-DE" sz="3200" b="1" i="0" u="none" strike="noStrike" cap="none" dirty="0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3200" b="1" i="0" u="none" strike="noStrike" cap="none" dirty="0" err="1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cited</a:t>
            </a:r>
            <a:r>
              <a:rPr lang="de-DE" sz="3200" b="1" i="0" u="none" strike="noStrike" cap="none" dirty="0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 a </a:t>
            </a:r>
            <a:r>
              <a:rPr lang="de-DE" sz="3200" b="1" i="0" u="none" strike="noStrike" cap="none" dirty="0" err="1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given</a:t>
            </a:r>
            <a:r>
              <a:rPr lang="de-DE" sz="3200" b="1" i="0" u="none" strike="noStrike" cap="none" dirty="0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3200" b="1" i="0" u="none" strike="noStrike" cap="none" dirty="0" err="1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article</a:t>
            </a:r>
            <a:r>
              <a:rPr lang="de-DE" sz="3200" b="1" i="0" u="none" strike="noStrike" cap="none" dirty="0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?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07D3C1-2CAC-D1F9-294F-116CD2CD1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185" y="1523600"/>
            <a:ext cx="8513333" cy="15571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B63665-3658-2695-726D-A4A4725022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185" y="3525000"/>
            <a:ext cx="8513332" cy="2403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312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>
          <a:extLst>
            <a:ext uri="{FF2B5EF4-FFF2-40B4-BE49-F238E27FC236}">
              <a16:creationId xmlns:a16="http://schemas.microsoft.com/office/drawing/2014/main" id="{DF5F5B64-0D94-1A56-2D22-CF3636812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">
            <a:extLst>
              <a:ext uri="{FF2B5EF4-FFF2-40B4-BE49-F238E27FC236}">
                <a16:creationId xmlns:a16="http://schemas.microsoft.com/office/drawing/2014/main" id="{A0F7A7CE-4ADF-735D-E941-6B12C628EF9E}"/>
              </a:ext>
            </a:extLst>
          </p:cNvPr>
          <p:cNvSpPr/>
          <p:nvPr/>
        </p:nvSpPr>
        <p:spPr>
          <a:xfrm>
            <a:off x="8767800" y="6669000"/>
            <a:ext cx="180720" cy="16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11</a:t>
            </a:fld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7">
            <a:extLst>
              <a:ext uri="{FF2B5EF4-FFF2-40B4-BE49-F238E27FC236}">
                <a16:creationId xmlns:a16="http://schemas.microsoft.com/office/drawing/2014/main" id="{93B5FDDD-9A26-DF82-CCA0-74DC935697EC}"/>
              </a:ext>
            </a:extLst>
          </p:cNvPr>
          <p:cNvSpPr/>
          <p:nvPr/>
        </p:nvSpPr>
        <p:spPr>
          <a:xfrm>
            <a:off x="304800" y="1295400"/>
            <a:ext cx="8763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6858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000" dirty="0">
                <a:latin typeface="Arial Narrow" panose="020B0606020202030204" pitchFamily="34" charset="0"/>
              </a:rPr>
              <a:t>Keep a </a:t>
            </a:r>
            <a:r>
              <a:rPr lang="de-DE" sz="2000" dirty="0" err="1">
                <a:latin typeface="Arial Narrow" panose="020B0606020202030204" pitchFamily="34" charset="0"/>
              </a:rPr>
              <a:t>critical</a:t>
            </a:r>
            <a:r>
              <a:rPr lang="de-DE" sz="2000" dirty="0">
                <a:latin typeface="Arial Narrow" panose="020B0606020202030204" pitchFamily="34" charset="0"/>
              </a:rPr>
              <a:t> </a:t>
            </a:r>
            <a:r>
              <a:rPr lang="de-DE" sz="2000" dirty="0" err="1">
                <a:latin typeface="Arial Narrow" panose="020B0606020202030204" pitchFamily="34" charset="0"/>
              </a:rPr>
              <a:t>distance</a:t>
            </a:r>
            <a:r>
              <a:rPr lang="de-DE" sz="2000" dirty="0">
                <a:latin typeface="Arial Narrow" panose="020B0606020202030204" pitchFamily="34" charset="0"/>
              </a:rPr>
              <a:t>: press </a:t>
            </a:r>
            <a:r>
              <a:rPr lang="de-DE" sz="2000" dirty="0" err="1">
                <a:latin typeface="Arial Narrow" panose="020B0606020202030204" pitchFamily="34" charset="0"/>
              </a:rPr>
              <a:t>statements</a:t>
            </a:r>
            <a:r>
              <a:rPr lang="de-DE" sz="2000" dirty="0">
                <a:latin typeface="Arial Narrow" panose="020B0606020202030204" pitchFamily="34" charset="0"/>
              </a:rPr>
              <a:t> </a:t>
            </a:r>
            <a:r>
              <a:rPr lang="de-DE" sz="2000" dirty="0" err="1">
                <a:latin typeface="Arial Narrow" panose="020B0606020202030204" pitchFamily="34" charset="0"/>
              </a:rPr>
              <a:t>are</a:t>
            </a:r>
            <a:r>
              <a:rPr lang="de-DE" sz="2000" dirty="0">
                <a:latin typeface="Arial Narrow" panose="020B0606020202030204" pitchFamily="34" charset="0"/>
              </a:rPr>
              <a:t> </a:t>
            </a:r>
            <a:r>
              <a:rPr lang="de-DE" sz="2000" dirty="0" err="1">
                <a:latin typeface="Arial Narrow" panose="020B0606020202030204" pitchFamily="34" charset="0"/>
              </a:rPr>
              <a:t>inherently</a:t>
            </a:r>
            <a:r>
              <a:rPr lang="de-DE" sz="2000" dirty="0">
                <a:latin typeface="Arial Narrow" panose="020B0606020202030204" pitchFamily="34" charset="0"/>
              </a:rPr>
              <a:t> </a:t>
            </a:r>
            <a:r>
              <a:rPr lang="de-DE" sz="2000" dirty="0" err="1">
                <a:latin typeface="Arial Narrow" panose="020B0606020202030204" pitchFamily="34" charset="0"/>
              </a:rPr>
              <a:t>biased</a:t>
            </a:r>
            <a:r>
              <a:rPr lang="de-DE" sz="2000" dirty="0">
                <a:latin typeface="Arial Narrow" panose="020B0606020202030204" pitchFamily="34" charset="0"/>
              </a:rPr>
              <a:t> (“This M&amp;A will…”)</a:t>
            </a:r>
          </a:p>
          <a:p>
            <a:pPr marL="6858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000" dirty="0">
                <a:latin typeface="Arial Narrow" panose="020B0606020202030204" pitchFamily="34" charset="0"/>
              </a:rPr>
              <a:t>Analyze </a:t>
            </a:r>
            <a:r>
              <a:rPr lang="de-DE" sz="2000" dirty="0" err="1">
                <a:latin typeface="Arial Narrow" panose="020B0606020202030204" pitchFamily="34" charset="0"/>
              </a:rPr>
              <a:t>each</a:t>
            </a:r>
            <a:r>
              <a:rPr lang="de-DE" sz="2000" dirty="0">
                <a:latin typeface="Arial Narrow" panose="020B0606020202030204" pitchFamily="34" charset="0"/>
              </a:rPr>
              <a:t> </a:t>
            </a:r>
            <a:r>
              <a:rPr lang="de-DE" sz="2000" dirty="0" err="1">
                <a:latin typeface="Arial Narrow" panose="020B0606020202030204" pitchFamily="34" charset="0"/>
              </a:rPr>
              <a:t>case</a:t>
            </a:r>
            <a:r>
              <a:rPr lang="de-DE" sz="2000" dirty="0">
                <a:latin typeface="Arial Narrow" panose="020B0606020202030204" pitchFamily="34" charset="0"/>
              </a:rPr>
              <a:t> </a:t>
            </a:r>
            <a:r>
              <a:rPr lang="de-DE" sz="2000" dirty="0" err="1">
                <a:latin typeface="Arial Narrow" panose="020B0606020202030204" pitchFamily="34" charset="0"/>
              </a:rPr>
              <a:t>from</a:t>
            </a:r>
            <a:r>
              <a:rPr lang="de-DE" sz="2000" dirty="0">
                <a:latin typeface="Arial Narrow" panose="020B0606020202030204" pitchFamily="34" charset="0"/>
              </a:rPr>
              <a:t> </a:t>
            </a:r>
            <a:r>
              <a:rPr lang="de-DE" sz="2000" dirty="0" err="1">
                <a:latin typeface="Arial Narrow" panose="020B0606020202030204" pitchFamily="34" charset="0"/>
              </a:rPr>
              <a:t>the</a:t>
            </a:r>
            <a:r>
              <a:rPr lang="de-DE" sz="2000" dirty="0">
                <a:latin typeface="Arial Narrow" panose="020B0606020202030204" pitchFamily="34" charset="0"/>
              </a:rPr>
              <a:t> </a:t>
            </a:r>
            <a:r>
              <a:rPr lang="de-DE" sz="2000" dirty="0" err="1">
                <a:latin typeface="Arial Narrow" panose="020B0606020202030204" pitchFamily="34" charset="0"/>
              </a:rPr>
              <a:t>viewpoint</a:t>
            </a:r>
            <a:r>
              <a:rPr lang="de-DE" sz="2000" dirty="0">
                <a:latin typeface="Arial Narrow" panose="020B0606020202030204" pitchFamily="34" charset="0"/>
              </a:rPr>
              <a:t> </a:t>
            </a:r>
            <a:r>
              <a:rPr lang="de-DE" sz="2000" dirty="0" err="1">
                <a:latin typeface="Arial Narrow" panose="020B0606020202030204" pitchFamily="34" charset="0"/>
              </a:rPr>
              <a:t>of</a:t>
            </a:r>
            <a:r>
              <a:rPr lang="de-DE" sz="2000" dirty="0">
                <a:latin typeface="Arial Narrow" panose="020B0606020202030204" pitchFamily="34" charset="0"/>
              </a:rPr>
              <a:t> a </a:t>
            </a:r>
            <a:r>
              <a:rPr lang="de-DE" sz="2000" dirty="0" err="1">
                <a:latin typeface="Arial Narrow" panose="020B0606020202030204" pitchFamily="34" charset="0"/>
              </a:rPr>
              <a:t>financial</a:t>
            </a:r>
            <a:r>
              <a:rPr lang="de-DE" sz="2000" dirty="0">
                <a:latin typeface="Arial Narrow" panose="020B0606020202030204" pitchFamily="34" charset="0"/>
              </a:rPr>
              <a:t> (M&amp;A) </a:t>
            </a:r>
            <a:r>
              <a:rPr lang="de-DE" sz="2000" dirty="0" err="1">
                <a:latin typeface="Arial Narrow" panose="020B0606020202030204" pitchFamily="34" charset="0"/>
              </a:rPr>
              <a:t>perspective</a:t>
            </a:r>
            <a:r>
              <a:rPr lang="de-DE" sz="2000" dirty="0">
                <a:latin typeface="Arial Narrow" panose="020B0606020202030204" pitchFamily="34" charset="0"/>
              </a:rPr>
              <a:t> </a:t>
            </a:r>
          </a:p>
          <a:p>
            <a:pPr marL="6858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000" dirty="0" err="1">
                <a:latin typeface="Arial Narrow" panose="020B0606020202030204" pitchFamily="34" charset="0"/>
              </a:rPr>
              <a:t>Consider</a:t>
            </a:r>
            <a:r>
              <a:rPr lang="de-DE" sz="2000" dirty="0">
                <a:latin typeface="Arial Narrow" panose="020B0606020202030204" pitchFamily="34" charset="0"/>
              </a:rPr>
              <a:t> different </a:t>
            </a:r>
            <a:r>
              <a:rPr lang="de-DE" sz="2000" dirty="0" err="1">
                <a:latin typeface="Arial Narrow" panose="020B0606020202030204" pitchFamily="34" charset="0"/>
              </a:rPr>
              <a:t>goals</a:t>
            </a:r>
            <a:r>
              <a:rPr lang="de-DE" sz="2000" dirty="0">
                <a:latin typeface="Arial Narrow" panose="020B0606020202030204" pitchFamily="34" charset="0"/>
              </a:rPr>
              <a:t> </a:t>
            </a:r>
            <a:r>
              <a:rPr lang="de-DE" sz="2000" dirty="0" err="1">
                <a:latin typeface="Arial Narrow" panose="020B0606020202030204" pitchFamily="34" charset="0"/>
              </a:rPr>
              <a:t>of</a:t>
            </a:r>
            <a:r>
              <a:rPr lang="de-DE" sz="2000" dirty="0">
                <a:latin typeface="Arial Narrow" panose="020B0606020202030204" pitchFamily="34" charset="0"/>
              </a:rPr>
              <a:t> </a:t>
            </a:r>
            <a:r>
              <a:rPr lang="de-DE" sz="2000" dirty="0" err="1">
                <a:latin typeface="Arial Narrow" panose="020B0606020202030204" pitchFamily="34" charset="0"/>
              </a:rPr>
              <a:t>stakeholders</a:t>
            </a:r>
            <a:r>
              <a:rPr lang="de-DE" sz="2000" dirty="0">
                <a:latin typeface="Arial Narrow" panose="020B0606020202030204" pitchFamily="34" charset="0"/>
              </a:rPr>
              <a:t> (</a:t>
            </a:r>
            <a:r>
              <a:rPr lang="de-DE" sz="2000" dirty="0" err="1">
                <a:latin typeface="Arial Narrow" panose="020B0606020202030204" pitchFamily="34" charset="0"/>
              </a:rPr>
              <a:t>managers</a:t>
            </a:r>
            <a:r>
              <a:rPr lang="de-DE" sz="2000" dirty="0">
                <a:latin typeface="Arial Narrow" panose="020B0606020202030204" pitchFamily="34" charset="0"/>
              </a:rPr>
              <a:t>, </a:t>
            </a:r>
            <a:r>
              <a:rPr lang="de-DE" sz="2000" dirty="0" err="1">
                <a:latin typeface="Arial Narrow" panose="020B0606020202030204" pitchFamily="34" charset="0"/>
              </a:rPr>
              <a:t>shareholders</a:t>
            </a:r>
            <a:r>
              <a:rPr lang="de-DE" sz="2000" dirty="0">
                <a:latin typeface="Arial Narrow" panose="020B0606020202030204" pitchFamily="34" charset="0"/>
              </a:rPr>
              <a:t>, </a:t>
            </a:r>
            <a:r>
              <a:rPr lang="de-DE" sz="2000" dirty="0" err="1">
                <a:latin typeface="Arial Narrow" panose="020B0606020202030204" pitchFamily="34" charset="0"/>
              </a:rPr>
              <a:t>employees</a:t>
            </a:r>
            <a:r>
              <a:rPr lang="de-DE" sz="2000" dirty="0">
                <a:latin typeface="Arial Narrow" panose="020B0606020202030204" pitchFamily="34" charset="0"/>
              </a:rPr>
              <a:t>...)  </a:t>
            </a:r>
          </a:p>
          <a:p>
            <a:pPr marL="6858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000" dirty="0">
                <a:latin typeface="Arial Narrow" panose="020B0606020202030204" pitchFamily="34" charset="0"/>
              </a:rPr>
              <a:t>Argue </a:t>
            </a:r>
            <a:r>
              <a:rPr lang="de-DE" sz="2000" dirty="0" err="1">
                <a:latin typeface="Arial Narrow" panose="020B0606020202030204" pitchFamily="34" charset="0"/>
              </a:rPr>
              <a:t>clearly</a:t>
            </a:r>
            <a:r>
              <a:rPr lang="de-DE" sz="2000" dirty="0">
                <a:latin typeface="Arial Narrow" panose="020B0606020202030204" pitchFamily="34" charset="0"/>
              </a:rPr>
              <a:t>, </a:t>
            </a:r>
            <a:r>
              <a:rPr lang="de-DE" sz="2000" dirty="0" err="1">
                <a:latin typeface="Arial Narrow" panose="020B0606020202030204" pitchFamily="34" charset="0"/>
              </a:rPr>
              <a:t>fact</a:t>
            </a:r>
            <a:r>
              <a:rPr lang="de-DE" sz="2000" dirty="0">
                <a:latin typeface="Arial Narrow" panose="020B0606020202030204" pitchFamily="34" charset="0"/>
              </a:rPr>
              <a:t> </a:t>
            </a:r>
            <a:r>
              <a:rPr lang="de-DE" sz="2000" dirty="0" err="1">
                <a:latin typeface="Arial Narrow" panose="020B0606020202030204" pitchFamily="34" charset="0"/>
              </a:rPr>
              <a:t>based</a:t>
            </a:r>
            <a:r>
              <a:rPr lang="de-DE" sz="2000" dirty="0">
                <a:latin typeface="Arial Narrow" panose="020B0606020202030204" pitchFamily="34" charset="0"/>
              </a:rPr>
              <a:t> &amp; </a:t>
            </a:r>
            <a:r>
              <a:rPr lang="de-DE" sz="2000" dirty="0" err="1">
                <a:latin typeface="Arial Narrow" panose="020B0606020202030204" pitchFamily="34" charset="0"/>
              </a:rPr>
              <a:t>focused</a:t>
            </a:r>
            <a:r>
              <a:rPr lang="de-DE" sz="2000" dirty="0">
                <a:latin typeface="Arial Narrow" panose="020B0606020202030204" pitchFamily="34" charset="0"/>
              </a:rPr>
              <a:t>  </a:t>
            </a:r>
          </a:p>
          <a:p>
            <a:pPr marL="6858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000" dirty="0" err="1">
                <a:latin typeface="Arial Narrow" panose="020B0606020202030204" pitchFamily="34" charset="0"/>
              </a:rPr>
              <a:t>Derive</a:t>
            </a:r>
            <a:r>
              <a:rPr lang="de-DE" sz="2000" dirty="0">
                <a:latin typeface="Arial Narrow" panose="020B0606020202030204" pitchFamily="34" charset="0"/>
              </a:rPr>
              <a:t> </a:t>
            </a:r>
            <a:r>
              <a:rPr lang="de-DE" sz="2000" dirty="0" err="1">
                <a:latin typeface="Arial Narrow" panose="020B0606020202030204" pitchFamily="34" charset="0"/>
              </a:rPr>
              <a:t>clear</a:t>
            </a:r>
            <a:r>
              <a:rPr lang="de-DE" sz="2000" dirty="0">
                <a:latin typeface="Arial Narrow" panose="020B0606020202030204" pitchFamily="34" charset="0"/>
              </a:rPr>
              <a:t> </a:t>
            </a:r>
            <a:r>
              <a:rPr lang="de-DE" sz="2000" dirty="0" err="1">
                <a:latin typeface="Arial Narrow" panose="020B0606020202030204" pitchFamily="34" charset="0"/>
              </a:rPr>
              <a:t>lessons</a:t>
            </a:r>
            <a:r>
              <a:rPr lang="de-DE" sz="2000" dirty="0">
                <a:latin typeface="Arial Narrow" panose="020B0606020202030204" pitchFamily="34" charset="0"/>
              </a:rPr>
              <a:t> and </a:t>
            </a:r>
            <a:r>
              <a:rPr lang="de-DE" sz="2000" dirty="0" err="1">
                <a:latin typeface="Arial Narrow" panose="020B0606020202030204" pitchFamily="34" charset="0"/>
              </a:rPr>
              <a:t>compare</a:t>
            </a:r>
            <a:r>
              <a:rPr lang="de-DE" sz="2000" dirty="0">
                <a:latin typeface="Arial Narrow" panose="020B0606020202030204" pitchFamily="34" charset="0"/>
              </a:rPr>
              <a:t> </a:t>
            </a:r>
            <a:r>
              <a:rPr lang="de-DE" sz="2000" dirty="0" err="1">
                <a:latin typeface="Arial Narrow" panose="020B0606020202030204" pitchFamily="34" charset="0"/>
              </a:rPr>
              <a:t>the</a:t>
            </a:r>
            <a:r>
              <a:rPr lang="de-DE" sz="2000" dirty="0">
                <a:latin typeface="Arial Narrow" panose="020B0606020202030204" pitchFamily="34" charset="0"/>
              </a:rPr>
              <a:t> </a:t>
            </a:r>
            <a:r>
              <a:rPr lang="de-DE" sz="2000" dirty="0" err="1">
                <a:latin typeface="Arial Narrow" panose="020B0606020202030204" pitchFamily="34" charset="0"/>
              </a:rPr>
              <a:t>cases</a:t>
            </a:r>
            <a:r>
              <a:rPr lang="de-DE" sz="2000" dirty="0">
                <a:latin typeface="Arial Narrow" panose="020B0606020202030204" pitchFamily="34" charset="0"/>
              </a:rPr>
              <a:t> </a:t>
            </a:r>
            <a:r>
              <a:rPr lang="de-DE" sz="2000" dirty="0" err="1">
                <a:latin typeface="Arial Narrow" panose="020B0606020202030204" pitchFamily="34" charset="0"/>
              </a:rPr>
              <a:t>within</a:t>
            </a:r>
            <a:r>
              <a:rPr lang="de-DE" sz="2000" dirty="0">
                <a:latin typeface="Arial Narrow" panose="020B0606020202030204" pitchFamily="34" charset="0"/>
              </a:rPr>
              <a:t> a </a:t>
            </a:r>
            <a:r>
              <a:rPr lang="de-DE" sz="2000" dirty="0" err="1">
                <a:latin typeface="Arial Narrow" panose="020B0606020202030204" pitchFamily="34" charset="0"/>
              </a:rPr>
              <a:t>cluster</a:t>
            </a:r>
            <a:endParaRPr sz="2000" b="0" i="0" u="none" strike="noStrike" cap="none" dirty="0">
              <a:solidFill>
                <a:schemeClr val="dk1"/>
              </a:solidFill>
              <a:latin typeface="Arial Narrow" panose="020B0606020202030204" pitchFamily="34" charset="0"/>
              <a:sym typeface="Arial"/>
            </a:endParaRPr>
          </a:p>
          <a:p>
            <a:pPr marL="4590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7">
            <a:extLst>
              <a:ext uri="{FF2B5EF4-FFF2-40B4-BE49-F238E27FC236}">
                <a16:creationId xmlns:a16="http://schemas.microsoft.com/office/drawing/2014/main" id="{255C0A74-BDF8-75FC-2307-42E653ED8A33}"/>
              </a:ext>
            </a:extLst>
          </p:cNvPr>
          <p:cNvSpPr/>
          <p:nvPr/>
        </p:nvSpPr>
        <p:spPr>
          <a:xfrm>
            <a:off x="435187" y="279172"/>
            <a:ext cx="7004160" cy="650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200" b="1" dirty="0">
                <a:solidFill>
                  <a:srgbClr val="004F8F"/>
                </a:solidFill>
                <a:latin typeface="Arial Narrow"/>
                <a:sym typeface="Arial Narrow"/>
              </a:rPr>
              <a:t>Closing </a:t>
            </a:r>
            <a:r>
              <a:rPr lang="de-DE" sz="3200" b="1" dirty="0" err="1">
                <a:solidFill>
                  <a:srgbClr val="004F8F"/>
                </a:solidFill>
                <a:latin typeface="Arial Narrow"/>
                <a:sym typeface="Arial Narrow"/>
              </a:rPr>
              <a:t>remarks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7184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"/>
          <p:cNvSpPr/>
          <p:nvPr/>
        </p:nvSpPr>
        <p:spPr>
          <a:xfrm>
            <a:off x="8767800" y="6669000"/>
            <a:ext cx="180720" cy="16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12</a:t>
            </a:fld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304800" y="1295400"/>
            <a:ext cx="864372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800"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Recommended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background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textbook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(HRZ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login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required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)</a:t>
            </a:r>
            <a:endParaRPr sz="1200" dirty="0"/>
          </a:p>
          <a:p>
            <a:pPr marL="916200" marR="0" lvl="1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“Mergers,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acquisitions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, and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other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restructuring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activities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: an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integrated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approach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to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process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,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tools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,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cases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, and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solutions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” (DePamphilis, Donald M.) - </a:t>
            </a:r>
            <a:r>
              <a:rPr lang="de-DE" sz="1800" i="0" u="sng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UB FFM: Title: Mergers, </a:t>
            </a:r>
            <a:r>
              <a:rPr lang="de-DE" sz="1800" i="0" u="sng" strike="noStrike" cap="none" dirty="0" err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acquisitions</a:t>
            </a:r>
            <a:r>
              <a:rPr lang="de-DE" sz="1800" i="0" u="sng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and </a:t>
            </a:r>
            <a:r>
              <a:rPr lang="de-DE" sz="1800" i="0" u="sng" strike="noStrike" cap="none" dirty="0" err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other</a:t>
            </a:r>
            <a:r>
              <a:rPr lang="de-DE" sz="1800" i="0" u="sng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de-DE" sz="1800" i="0" u="sng" strike="noStrike" cap="none" dirty="0" err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restructuring</a:t>
            </a:r>
            <a:r>
              <a:rPr lang="de-DE" sz="1800" i="0" u="sng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de-DE" sz="1800" i="0" u="sng" strike="noStrike" cap="none" dirty="0" err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activities</a:t>
            </a:r>
            <a:endParaRPr sz="1800" i="0" u="none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459000" marR="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00"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AI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infrastructure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Github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repository</a:t>
            </a:r>
            <a:endParaRPr sz="1200" dirty="0"/>
          </a:p>
          <a:p>
            <a:pPr marL="916200" marR="0" lvl="1" indent="-431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 Narrow"/>
              <a:buChar char="•"/>
            </a:pPr>
            <a:r>
              <a:rPr lang="de-DE" sz="1800" i="0" u="sng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dsaad68/</a:t>
            </a:r>
            <a:r>
              <a:rPr lang="de-DE" sz="1800" i="0" u="sng" strike="noStrike" cap="none" dirty="0" err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</a:t>
            </a:r>
            <a:r>
              <a:rPr lang="de-DE" sz="1800" i="0" u="sng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-template</a:t>
            </a:r>
            <a:endParaRPr sz="1800" i="0" u="none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916200" marR="0" lvl="1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1800"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Term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paper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writing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guidelines</a:t>
            </a:r>
            <a:endParaRPr sz="1200" dirty="0"/>
          </a:p>
          <a:p>
            <a:pPr marL="916200" marR="0" lvl="1" indent="-431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 Narrow"/>
              <a:buChar char="•"/>
            </a:pPr>
            <a:r>
              <a:rPr lang="de-DE" sz="1800" i="0" u="sng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Fachbereich 02 - Wirtschaftswissenschaften: Writing Guidelines</a:t>
            </a:r>
            <a:endParaRPr sz="1800" i="0" u="none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916200" marR="0" lvl="1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1800"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Translation and </a:t>
            </a:r>
            <a:r>
              <a:rPr lang="de-DE" sz="20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writing</a:t>
            </a:r>
            <a:r>
              <a:rPr lang="de-DE" sz="20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support</a:t>
            </a:r>
            <a:endParaRPr sz="1200" dirty="0"/>
          </a:p>
          <a:p>
            <a:pPr marL="916200" marR="0" lvl="1" indent="-431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 Narrow"/>
              <a:buChar char="•"/>
            </a:pPr>
            <a:r>
              <a:rPr lang="de-DE" sz="1800" i="0" u="sng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DeepL </a:t>
            </a:r>
            <a:r>
              <a:rPr lang="de-DE" sz="1800" i="0" u="sng" strike="noStrike" cap="none" dirty="0" err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Translate</a:t>
            </a:r>
            <a:r>
              <a:rPr lang="de-DE" sz="1800" i="0" u="sng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The </a:t>
            </a:r>
            <a:r>
              <a:rPr lang="de-DE" sz="1800" i="0" u="sng" strike="noStrike" cap="none" dirty="0" err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world's</a:t>
            </a:r>
            <a:r>
              <a:rPr lang="de-DE" sz="1800" i="0" u="sng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de-DE" sz="1800" i="0" u="sng" strike="noStrike" cap="none" dirty="0" err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most</a:t>
            </a:r>
            <a:r>
              <a:rPr lang="de-DE" sz="1800" i="0" u="sng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de-DE" sz="1800" i="0" u="sng" strike="noStrike" cap="none" dirty="0" err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accurate</a:t>
            </a:r>
            <a:r>
              <a:rPr lang="de-DE" sz="1800" i="0" u="sng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de-DE" sz="1800" i="0" u="sng" strike="noStrike" cap="none" dirty="0" err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translator</a:t>
            </a:r>
            <a:endParaRPr sz="1800" i="0" u="none" strike="noStrike" cap="none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4590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90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435187" y="279172"/>
            <a:ext cx="7004160" cy="650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200" b="1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Additional links</a:t>
            </a: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9"/>
          <p:cNvSpPr/>
          <p:nvPr/>
        </p:nvSpPr>
        <p:spPr>
          <a:xfrm>
            <a:off x="8767800" y="6669000"/>
            <a:ext cx="180720" cy="16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000" b="0" i="0" u="none" strike="noStrike" cap="none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13</a:t>
            </a:fld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304800" y="1295400"/>
            <a:ext cx="8763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90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sng" strike="noStrike" cap="none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4590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sng" strike="noStrike" cap="none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4590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sng" strike="noStrike" cap="none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459000" indent="-457200">
              <a:buSzPts val="2000"/>
              <a:buFont typeface="Arial"/>
              <a:buChar char="•"/>
            </a:pPr>
            <a:r>
              <a:rPr lang="en-US" sz="2000" b="1" u="sng" dirty="0">
                <a:latin typeface="Arial Narrow" panose="020B0606020202030204" pitchFamily="34" charset="0"/>
              </a:rPr>
              <a:t>Announcements and public forum on OLAT</a:t>
            </a:r>
            <a:endParaRPr lang="de-DE" sz="2000" b="1" i="0" u="sng" strike="noStrike" cap="none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4590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endParaRPr lang="de-DE" sz="1800" b="1" i="0" u="sng" strike="noStrike" cap="none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4590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de-DE" sz="2000" b="1" i="0" u="sng" strike="noStrike" cap="none" dirty="0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wahrenburg@finance.uni-frankfurt.de</a:t>
            </a:r>
            <a:endParaRPr lang="de-DE" sz="2000" b="1" i="0" u="none" strike="noStrike" cap="none" dirty="0">
              <a:solidFill>
                <a:schemeClr val="accen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4590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de-DE" sz="2000" b="1" i="0" u="none" strike="noStrike" cap="none" dirty="0">
              <a:solidFill>
                <a:schemeClr val="accen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4590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de-DE" sz="2000" b="1" i="0" u="sng" strike="noStrike" cap="none" dirty="0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pilla@finance.uni-frankfurt.de</a:t>
            </a:r>
            <a:endParaRPr lang="de-DE" sz="2000" b="1" i="0" u="none" strike="noStrike" cap="none" dirty="0">
              <a:solidFill>
                <a:schemeClr val="accen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4590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18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4590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4590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de-DE" sz="24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Get</a:t>
            </a:r>
            <a:r>
              <a:rPr lang="de-DE" sz="24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in </a:t>
            </a:r>
            <a:r>
              <a:rPr lang="de-DE" sz="2400" b="0" i="0" u="none" strike="noStrike" cap="none" dirty="0" err="1">
                <a:latin typeface="Arial Narrow"/>
                <a:ea typeface="Arial Narrow"/>
                <a:cs typeface="Arial Narrow"/>
                <a:sym typeface="Arial Narrow"/>
              </a:rPr>
              <a:t>touch</a:t>
            </a:r>
            <a:r>
              <a:rPr lang="de-DE" sz="24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via email </a:t>
            </a:r>
            <a:r>
              <a:rPr lang="de-DE" sz="24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for</a:t>
            </a:r>
            <a:r>
              <a:rPr lang="de-DE" sz="24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organizational </a:t>
            </a:r>
            <a:r>
              <a:rPr lang="de-DE" sz="24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issues</a:t>
            </a:r>
            <a:r>
              <a:rPr lang="de-DE" sz="24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400" b="1" u="sng" dirty="0">
                <a:latin typeface="Arial Narrow"/>
                <a:ea typeface="Arial Narrow"/>
                <a:cs typeface="Arial Narrow"/>
                <a:sym typeface="Arial Narrow"/>
              </a:rPr>
              <a:t>ONLY</a:t>
            </a:r>
          </a:p>
          <a:p>
            <a:pPr marL="459000" indent="-457200">
              <a:buSzPts val="2400"/>
              <a:buFont typeface="Arial"/>
              <a:buChar char="•"/>
            </a:pPr>
            <a:r>
              <a:rPr lang="en-US" sz="2400" dirty="0">
                <a:latin typeface="Arial Narrow" panose="020B0606020202030204" pitchFamily="34" charset="0"/>
              </a:rPr>
              <a:t>Guidance, Q&amp;A, and discussion among students on OLAT</a:t>
            </a:r>
            <a:endParaRPr lang="de-DE" sz="2400" b="1" u="sng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4590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de-DE" sz="24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Questions </a:t>
            </a:r>
            <a:r>
              <a:rPr lang="de-DE" sz="24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that</a:t>
            </a:r>
            <a:r>
              <a:rPr lang="de-DE" sz="24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4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are</a:t>
            </a:r>
            <a:r>
              <a:rPr lang="de-DE" sz="24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4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directly</a:t>
            </a:r>
            <a:r>
              <a:rPr lang="de-DE" sz="24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4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part</a:t>
            </a:r>
            <a:r>
              <a:rPr lang="de-DE" sz="24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4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of</a:t>
            </a:r>
            <a:r>
              <a:rPr lang="de-DE" sz="24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4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the</a:t>
            </a:r>
            <a:r>
              <a:rPr lang="de-DE" sz="24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4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examination</a:t>
            </a:r>
            <a:r>
              <a:rPr lang="de-DE" sz="24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will </a:t>
            </a:r>
            <a:r>
              <a:rPr lang="de-DE" sz="2400" b="1" i="0" u="sng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NOT</a:t>
            </a:r>
            <a:r>
              <a:rPr lang="de-DE" sz="24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4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be</a:t>
            </a:r>
            <a:r>
              <a:rPr lang="de-DE" sz="2400" b="0" i="0" u="none" strike="noStrike" cap="none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de-DE" sz="2400" b="0" i="0" u="none" strike="noStrike" cap="none" dirty="0" err="1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answered</a:t>
            </a:r>
            <a:endParaRPr dirty="0"/>
          </a:p>
          <a:p>
            <a:pPr marL="4590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90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435187" y="279172"/>
            <a:ext cx="7004160" cy="650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200" b="1" i="0" u="none" strike="noStrike" cap="none" dirty="0" err="1">
                <a:solidFill>
                  <a:srgbClr val="004F8F"/>
                </a:solidFill>
                <a:latin typeface="Arial Narrow"/>
                <a:ea typeface="Arial Narrow"/>
                <a:cs typeface="Arial Narrow"/>
                <a:sym typeface="Arial Narrow"/>
              </a:rPr>
              <a:t>Contacts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D6153-1648-DE6E-7A6B-1326E196C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000" b="1" dirty="0"/>
              <a:t>Annex: List </a:t>
            </a:r>
            <a:r>
              <a:rPr lang="de-DE" sz="3000" b="1" dirty="0" err="1"/>
              <a:t>of</a:t>
            </a:r>
            <a:r>
              <a:rPr lang="de-DE" sz="3000" b="1" dirty="0"/>
              <a:t> </a:t>
            </a:r>
            <a:r>
              <a:rPr lang="de-DE" sz="3000" b="1" dirty="0" err="1"/>
              <a:t>clusters</a:t>
            </a:r>
            <a:r>
              <a:rPr lang="de-DE" sz="3000" b="1" dirty="0"/>
              <a:t> and </a:t>
            </a:r>
            <a:r>
              <a:rPr lang="de-DE" sz="3000" b="1" dirty="0" err="1"/>
              <a:t>case</a:t>
            </a:r>
            <a:r>
              <a:rPr lang="de-DE" sz="3000" b="1" dirty="0"/>
              <a:t> </a:t>
            </a:r>
            <a:r>
              <a:rPr lang="de-DE" sz="3000" b="1" dirty="0" err="1"/>
              <a:t>studies</a:t>
            </a:r>
            <a:r>
              <a:rPr lang="de-DE" sz="3000" b="1" dirty="0"/>
              <a:t> (1)</a:t>
            </a:r>
            <a:endParaRPr lang="it-IT" sz="3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C5D50-C674-CFD4-BE6B-F8C1A2FB47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14</a:t>
            </a:fld>
            <a:endParaRPr lang="de-DE"/>
          </a:p>
        </p:txBody>
      </p:sp>
      <p:graphicFrame>
        <p:nvGraphicFramePr>
          <p:cNvPr id="12" name="Table Placeholder 11">
            <a:extLst>
              <a:ext uri="{FF2B5EF4-FFF2-40B4-BE49-F238E27FC236}">
                <a16:creationId xmlns:a16="http://schemas.microsoft.com/office/drawing/2014/main" id="{BDD0326C-8431-55B2-B0E9-12C78785ED4B}"/>
              </a:ext>
            </a:extLst>
          </p:cNvPr>
          <p:cNvGraphicFramePr>
            <a:graphicFrameLocks noGrp="1"/>
          </p:cNvGraphicFramePr>
          <p:nvPr>
            <p:ph type="tbl" idx="2"/>
            <p:extLst>
              <p:ext uri="{D42A27DB-BD31-4B8C-83A1-F6EECF244321}">
                <p14:modId xmlns:p14="http://schemas.microsoft.com/office/powerpoint/2010/main" val="4070602046"/>
              </p:ext>
            </p:extLst>
          </p:nvPr>
        </p:nvGraphicFramePr>
        <p:xfrm>
          <a:off x="457200" y="1013460"/>
          <a:ext cx="8229600" cy="509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56164497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766667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000" dirty="0">
                          <a:latin typeface="Arial Narrow" panose="020B0606020202030204" pitchFamily="34" charset="0"/>
                        </a:rPr>
                        <a:t>Cluster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dirty="0">
                          <a:latin typeface="Arial Narrow" panose="020B0606020202030204" pitchFamily="34" charset="0"/>
                        </a:rPr>
                        <a:t>Case Studies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8164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700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Horizontal</a:t>
                      </a:r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it-IT" sz="1700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Mergers</a:t>
                      </a:r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 and Takeovers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Daimler Chrysler merger</a:t>
                      </a:r>
                    </a:p>
                    <a:p>
                      <a:pPr algn="ctr"/>
                      <a:r>
                        <a:rPr lang="it-IT" sz="1700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Fiat’s</a:t>
                      </a:r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it-IT" sz="1700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acquisition</a:t>
                      </a:r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 of Chrysler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8857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700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Diversified</a:t>
                      </a:r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it-IT" sz="1700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Conglomerates</a:t>
                      </a:r>
                      <a:endParaRPr lang="it-IT" sz="170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Daimler-Benz (</a:t>
                      </a:r>
                      <a:r>
                        <a:rPr lang="it-IT" sz="1700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Integrated</a:t>
                      </a:r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 Technology Group)</a:t>
                      </a:r>
                    </a:p>
                    <a:p>
                      <a:pPr algn="ctr"/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Continental AG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525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700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Divestments</a:t>
                      </a:r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, Spin-offs and </a:t>
                      </a:r>
                      <a:r>
                        <a:rPr lang="it-IT" sz="1700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IPOs</a:t>
                      </a:r>
                      <a:endParaRPr lang="it-IT" sz="170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Ferrari IPO</a:t>
                      </a:r>
                    </a:p>
                    <a:p>
                      <a:pPr algn="ctr"/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Porsche AG IPO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3338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Truck Industry – </a:t>
                      </a:r>
                      <a:r>
                        <a:rPr lang="it-IT" sz="1700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Separation</a:t>
                      </a:r>
                      <a:endParaRPr lang="it-IT" sz="170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Volvo – Trucks vs. Cars</a:t>
                      </a:r>
                    </a:p>
                    <a:p>
                      <a:pPr algn="ctr"/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Mercedes-Benz Group – Cars vs. Daimler Truck</a:t>
                      </a:r>
                    </a:p>
                    <a:p>
                      <a:pPr algn="ctr"/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Volkswagen Group - </a:t>
                      </a:r>
                      <a:r>
                        <a:rPr lang="it-IT" sz="1700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Traton</a:t>
                      </a:r>
                      <a:endParaRPr lang="it-IT" sz="170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4310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Strategic </a:t>
                      </a:r>
                      <a:r>
                        <a:rPr lang="it-IT" sz="1700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Alliances</a:t>
                      </a:r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, Joint Ventures, Equity </a:t>
                      </a:r>
                      <a:r>
                        <a:rPr lang="it-IT" sz="1700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Alliances</a:t>
                      </a:r>
                      <a:endParaRPr lang="it-IT" sz="170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Nissan – Renault</a:t>
                      </a:r>
                    </a:p>
                    <a:p>
                      <a:pPr algn="ctr"/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Porsche – Volkswagen</a:t>
                      </a:r>
                    </a:p>
                    <a:p>
                      <a:pPr algn="ctr"/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Toyota – Subaru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7945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China Strategies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Geely</a:t>
                      </a:r>
                    </a:p>
                    <a:p>
                      <a:pPr algn="ctr"/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SAIC Motor</a:t>
                      </a:r>
                    </a:p>
                    <a:p>
                      <a:pPr algn="ctr"/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BYD</a:t>
                      </a:r>
                    </a:p>
                    <a:p>
                      <a:pPr algn="ctr"/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NIO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7572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2999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C8F14-454C-2875-A36F-40A20D06B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F89CE-D881-47DD-88E0-629A37EB0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000" b="1" dirty="0"/>
              <a:t>Annex: List </a:t>
            </a:r>
            <a:r>
              <a:rPr lang="de-DE" sz="3000" b="1" dirty="0" err="1"/>
              <a:t>of</a:t>
            </a:r>
            <a:r>
              <a:rPr lang="de-DE" sz="3000" b="1" dirty="0"/>
              <a:t> </a:t>
            </a:r>
            <a:r>
              <a:rPr lang="de-DE" sz="3000" b="1" dirty="0" err="1"/>
              <a:t>clusters</a:t>
            </a:r>
            <a:r>
              <a:rPr lang="de-DE" sz="3000" b="1" dirty="0"/>
              <a:t> and </a:t>
            </a:r>
            <a:r>
              <a:rPr lang="de-DE" sz="3000" b="1" dirty="0" err="1"/>
              <a:t>case</a:t>
            </a:r>
            <a:r>
              <a:rPr lang="de-DE" sz="3000" b="1" dirty="0"/>
              <a:t> </a:t>
            </a:r>
            <a:r>
              <a:rPr lang="de-DE" sz="3000" b="1" dirty="0" err="1"/>
              <a:t>studies</a:t>
            </a:r>
            <a:r>
              <a:rPr lang="de-DE" sz="3000" b="1" dirty="0"/>
              <a:t> (2)</a:t>
            </a:r>
            <a:endParaRPr lang="it-IT" sz="3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01093-AF1F-F121-DBE3-A779CEB4E7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15</a:t>
            </a:fld>
            <a:endParaRPr lang="de-DE"/>
          </a:p>
        </p:txBody>
      </p:sp>
      <p:graphicFrame>
        <p:nvGraphicFramePr>
          <p:cNvPr id="12" name="Table Placeholder 11">
            <a:extLst>
              <a:ext uri="{FF2B5EF4-FFF2-40B4-BE49-F238E27FC236}">
                <a16:creationId xmlns:a16="http://schemas.microsoft.com/office/drawing/2014/main" id="{7E026CAC-1BBF-655E-15BD-30757879F92A}"/>
              </a:ext>
            </a:extLst>
          </p:cNvPr>
          <p:cNvGraphicFramePr>
            <a:graphicFrameLocks noGrp="1"/>
          </p:cNvGraphicFramePr>
          <p:nvPr>
            <p:ph type="tbl" idx="2"/>
            <p:extLst>
              <p:ext uri="{D42A27DB-BD31-4B8C-83A1-F6EECF244321}">
                <p14:modId xmlns:p14="http://schemas.microsoft.com/office/powerpoint/2010/main" val="1830681633"/>
              </p:ext>
            </p:extLst>
          </p:nvPr>
        </p:nvGraphicFramePr>
        <p:xfrm>
          <a:off x="457200" y="1013460"/>
          <a:ext cx="82296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56164497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766667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000" dirty="0">
                          <a:latin typeface="Arial Narrow" panose="020B0606020202030204" pitchFamily="34" charset="0"/>
                        </a:rPr>
                        <a:t>Cluster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dirty="0">
                          <a:latin typeface="Arial Narrow" panose="020B0606020202030204" pitchFamily="34" charset="0"/>
                        </a:rPr>
                        <a:t>Case Studies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8164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How to Build a New Car Company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Rimac Automobili</a:t>
                      </a:r>
                    </a:p>
                    <a:p>
                      <a:pPr algn="ctr"/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Fisker Inc.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8857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700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Robotics</a:t>
                      </a:r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 in the Automotive Industry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KUKA – </a:t>
                      </a:r>
                      <a:r>
                        <a:rPr lang="it-IT" sz="1700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Acquisition</a:t>
                      </a:r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 by </a:t>
                      </a:r>
                      <a:r>
                        <a:rPr lang="it-IT" sz="1700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Midea</a:t>
                      </a:r>
                      <a:endParaRPr lang="it-IT" sz="170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</a:endParaRPr>
                    </a:p>
                    <a:p>
                      <a:pPr algn="ctr"/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Agile </a:t>
                      </a:r>
                      <a:r>
                        <a:rPr lang="it-IT" sz="1700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Robots</a:t>
                      </a:r>
                      <a:endParaRPr lang="it-IT" sz="170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</a:endParaRPr>
                    </a:p>
                    <a:p>
                      <a:pPr algn="ctr"/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Boston Dynamics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525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700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Autonomous</a:t>
                      </a:r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it-IT" sz="1700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Driving</a:t>
                      </a:r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 – Ownership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Ford – Argo AI</a:t>
                      </a:r>
                    </a:p>
                    <a:p>
                      <a:pPr algn="ctr"/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General </a:t>
                      </a:r>
                      <a:r>
                        <a:rPr lang="it-IT" sz="1700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Motors</a:t>
                      </a:r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 – Cruise</a:t>
                      </a:r>
                    </a:p>
                    <a:p>
                      <a:pPr algn="ctr"/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Intel - </a:t>
                      </a:r>
                      <a:r>
                        <a:rPr lang="it-IT" sz="1700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Mobileye</a:t>
                      </a:r>
                      <a:endParaRPr lang="it-IT" sz="170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3338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Software and Operating Systems – Build, Buy, or Partner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Volkswagen – CARIAD</a:t>
                      </a:r>
                    </a:p>
                    <a:p>
                      <a:pPr algn="ctr"/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Volkswagen – Rivian</a:t>
                      </a:r>
                    </a:p>
                    <a:p>
                      <a:pPr algn="ctr"/>
                      <a:r>
                        <a:rPr lang="it-IT" sz="1700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Stellantis</a:t>
                      </a:r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 – Foxconn / Amazon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4310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700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Battery</a:t>
                      </a:r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 and EV Technology – </a:t>
                      </a:r>
                      <a:r>
                        <a:rPr lang="it-IT" sz="1700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Investing</a:t>
                      </a:r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 under </a:t>
                      </a:r>
                      <a:r>
                        <a:rPr lang="it-IT" sz="1700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Uncertainty</a:t>
                      </a:r>
                      <a:endParaRPr lang="it-IT" sz="170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Volkswagen – </a:t>
                      </a:r>
                      <a:r>
                        <a:rPr lang="it-IT" sz="1700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QuantumScape</a:t>
                      </a:r>
                      <a:endParaRPr lang="it-IT" sz="170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</a:endParaRPr>
                    </a:p>
                    <a:p>
                      <a:pPr algn="ctr"/>
                      <a:r>
                        <a:rPr lang="it-IT" sz="1700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Stellantis</a:t>
                      </a:r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 – </a:t>
                      </a:r>
                      <a:r>
                        <a:rPr lang="it-IT" sz="1700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Battery</a:t>
                      </a:r>
                      <a:r>
                        <a:rPr lang="it-IT" sz="170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 Joint Ventures</a:t>
                      </a:r>
                    </a:p>
                    <a:p>
                      <a:pPr algn="ctr"/>
                      <a:r>
                        <a:rPr lang="it-IT" sz="1700" dirty="0" err="1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Northvolt</a:t>
                      </a:r>
                      <a:endParaRPr lang="it-IT" sz="170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7945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9583550"/>
      </p:ext>
    </p:extLst>
  </p:cSld>
  <p:clrMapOvr>
    <a:masterClrMapping/>
  </p:clrMapOvr>
</p:sld>
</file>

<file path=ppt/theme/theme1.xml><?xml version="1.0" encoding="utf-8"?>
<a:theme xmlns:a="http://schemas.openxmlformats.org/drawingml/2006/main" name="GU Design ohne Fußleist">
  <a:themeElements>
    <a:clrScheme name="GU Design">
      <a:dk1>
        <a:srgbClr val="004F8F"/>
      </a:dk1>
      <a:lt1>
        <a:srgbClr val="FFFFFF"/>
      </a:lt1>
      <a:dk2>
        <a:srgbClr val="4D4B46"/>
      </a:dk2>
      <a:lt2>
        <a:srgbClr val="F8F6F5"/>
      </a:lt2>
      <a:accent1>
        <a:srgbClr val="004F8F"/>
      </a:accent1>
      <a:accent2>
        <a:srgbClr val="E4E3DD"/>
      </a:accent2>
      <a:accent3>
        <a:srgbClr val="A5AB52"/>
      </a:accent3>
      <a:accent4>
        <a:srgbClr val="4D4B46"/>
      </a:accent4>
      <a:accent5>
        <a:srgbClr val="B3062C"/>
      </a:accent5>
      <a:accent6>
        <a:srgbClr val="C96215"/>
      </a:accent6>
      <a:hlink>
        <a:srgbClr val="48A9DA"/>
      </a:hlink>
      <a:folHlink>
        <a:srgbClr val="004F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GU Design ohne Fußleist">
  <a:themeElements>
    <a:clrScheme name="GU Design">
      <a:dk1>
        <a:srgbClr val="004F8F"/>
      </a:dk1>
      <a:lt1>
        <a:srgbClr val="FFFFFF"/>
      </a:lt1>
      <a:dk2>
        <a:srgbClr val="4D4B46"/>
      </a:dk2>
      <a:lt2>
        <a:srgbClr val="F8F6F5"/>
      </a:lt2>
      <a:accent1>
        <a:srgbClr val="004F8F"/>
      </a:accent1>
      <a:accent2>
        <a:srgbClr val="E4E3DD"/>
      </a:accent2>
      <a:accent3>
        <a:srgbClr val="A5AB52"/>
      </a:accent3>
      <a:accent4>
        <a:srgbClr val="4D4B46"/>
      </a:accent4>
      <a:accent5>
        <a:srgbClr val="B3062C"/>
      </a:accent5>
      <a:accent6>
        <a:srgbClr val="C96215"/>
      </a:accent6>
      <a:hlink>
        <a:srgbClr val="48A9DA"/>
      </a:hlink>
      <a:folHlink>
        <a:srgbClr val="004F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GU Design ohne Fußleist">
  <a:themeElements>
    <a:clrScheme name="GU Design">
      <a:dk1>
        <a:srgbClr val="004F8F"/>
      </a:dk1>
      <a:lt1>
        <a:srgbClr val="FFFFFF"/>
      </a:lt1>
      <a:dk2>
        <a:srgbClr val="4D4B46"/>
      </a:dk2>
      <a:lt2>
        <a:srgbClr val="F8F6F5"/>
      </a:lt2>
      <a:accent1>
        <a:srgbClr val="004F8F"/>
      </a:accent1>
      <a:accent2>
        <a:srgbClr val="E4E3DD"/>
      </a:accent2>
      <a:accent3>
        <a:srgbClr val="A5AB52"/>
      </a:accent3>
      <a:accent4>
        <a:srgbClr val="4D4B46"/>
      </a:accent4>
      <a:accent5>
        <a:srgbClr val="B3062C"/>
      </a:accent5>
      <a:accent6>
        <a:srgbClr val="C96215"/>
      </a:accent6>
      <a:hlink>
        <a:srgbClr val="48A9DA"/>
      </a:hlink>
      <a:folHlink>
        <a:srgbClr val="004F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1085</Words>
  <Application>Microsoft Office PowerPoint</Application>
  <PresentationFormat>On-screen Show (4:3)</PresentationFormat>
  <Paragraphs>225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Times New Roman</vt:lpstr>
      <vt:lpstr>Arial Narrow</vt:lpstr>
      <vt:lpstr>Arial</vt:lpstr>
      <vt:lpstr>Georgia</vt:lpstr>
      <vt:lpstr>GU Design ohne Fußleist</vt:lpstr>
      <vt:lpstr>1_GU Design ohne Fußleist</vt:lpstr>
      <vt:lpstr>2_GU Design ohne Fußleist</vt:lpstr>
      <vt:lpstr>PowerPoint Presentation</vt:lpstr>
      <vt:lpstr>Introduction to the Team</vt:lpstr>
      <vt:lpstr>PowerPoint Presentation</vt:lpstr>
      <vt:lpstr>Learning outcomes and goals</vt:lpstr>
      <vt:lpstr>Seminar registration confirmation and term paper cluster/topic allocation</vt:lpstr>
      <vt:lpstr>Online Q&amp;A</vt:lpstr>
      <vt:lpstr>Grading</vt:lpstr>
      <vt:lpstr>Timeline (subject to adjustments)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Annex: List of clusters and case studies (1)</vt:lpstr>
      <vt:lpstr>Annex: List of clusters and case studies 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Donald M. DePamphilis</dc:creator>
  <cp:lastModifiedBy>Edoardo Pilla</cp:lastModifiedBy>
  <cp:revision>237</cp:revision>
  <dcterms:created xsi:type="dcterms:W3CDTF">2003-04-13T01:28:13Z</dcterms:created>
  <dcterms:modified xsi:type="dcterms:W3CDTF">2026-04-30T06:47:07Z</dcterms:modified>
</cp:coreProperties>
</file>