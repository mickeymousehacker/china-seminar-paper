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Johann Wolfgang Goethe-Universität Frankfurt am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  <a:latin typeface="Calibri"/>
              </a:rPr>
              <a:t>Chair of Banking and Finance  ·  M&amp;A as Transformer of the Automotive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6AB0"/>
          </a:solidFill>
          <a:ln>
            <a:solidFill>
              <a:srgbClr val="00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2B5C"/>
                </a:solidFill>
                <a:latin typeface="Calibri"/>
              </a:rPr>
              <a:t>China Strategies in the Automotive Industry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6AB0"/>
                </a:solidFill>
                <a:latin typeface="Calibri"/>
              </a:rPr>
              <a:t>Governance, Financing, and Long-Term Value Creation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20440"/>
            <a:ext cx="1090879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Julia Ort  ·  Batughan Maus  ·  Chiara Stubner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6E"/>
                </a:solidFill>
                <a:latin typeface="Calibri"/>
              </a:rPr>
              <a:t>Supervisor: Prof. Dr. Mark Wahrenburg   |   Advisor: Edoardo Pilla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Session 6  ·  19. Juni 2026  ·  13:30 – 14:15 Uhr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E6E6E"/>
                </a:solidFill>
                <a:latin typeface="Calibri"/>
              </a:rPr>
              <a:t>Seminar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