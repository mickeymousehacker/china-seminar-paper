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adient_str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spc="250">
                <a:solidFill>
                  <a:srgbClr val="00C2FF"/>
                </a:solidFill>
                <a:latin typeface="Tahoma"/>
              </a:rPr>
              <a:t>SEMINAR  ·  CHINA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Governance-Modelle in der</a:t>
            </a:r>
          </a:p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chinesischen Automobilindustrie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B0B4BE"/>
                </a:solidFill>
                <a:latin typeface="Tahoma"/>
              </a:rPr>
              <a:t>BYD  ·  Geely  ·  SAIC Motor  —  Ein strategischer Vergleich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943600"/>
            <a:ext cx="11597335" cy="228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80760"/>
            <a:ext cx="7315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70747E"/>
                </a:solidFill>
                <a:latin typeface="Tahoma"/>
              </a:rPr>
              <a:t>Seminar: CHINA  |  Sommersemester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080760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Tahoma"/>
              </a:rPr>
              <a:t>Batughan Maus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